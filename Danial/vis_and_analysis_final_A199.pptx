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89" r:id="rId5"/>
    <p:sldId id="341" r:id="rId6"/>
    <p:sldId id="329" r:id="rId7"/>
    <p:sldId id="340" r:id="rId8"/>
    <p:sldId id="348" r:id="rId9"/>
    <p:sldId id="342" r:id="rId10"/>
    <p:sldId id="349" r:id="rId11"/>
    <p:sldId id="350" r:id="rId12"/>
    <p:sldId id="35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249" userDrawn="1">
          <p15:clr>
            <a:srgbClr val="A4A3A4"/>
          </p15:clr>
        </p15:guide>
        <p15:guide id="4" pos="7068" userDrawn="1">
          <p15:clr>
            <a:srgbClr val="A4A3A4"/>
          </p15:clr>
        </p15:guide>
        <p15:guide id="5" orient="horz" pos="13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7CBE"/>
    <a:srgbClr val="85509A"/>
    <a:srgbClr val="714484"/>
    <a:srgbClr val="0073CF"/>
    <a:srgbClr val="203232"/>
    <a:srgbClr val="30454F"/>
    <a:srgbClr val="1295D8"/>
    <a:srgbClr val="004A5C"/>
    <a:srgbClr val="0093B6"/>
    <a:srgbClr val="00B9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08706E-1E55-4BE3-9981-9E9409FA3F0E}" v="1" dt="2025-11-17T15:37:03.1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19"/>
    <p:restoredTop sz="94699"/>
  </p:normalViewPr>
  <p:slideViewPr>
    <p:cSldViewPr snapToGrid="0">
      <p:cViewPr varScale="1">
        <p:scale>
          <a:sx n="148" d="100"/>
          <a:sy n="148" d="100"/>
        </p:scale>
        <p:origin x="216" y="1536"/>
      </p:cViewPr>
      <p:guideLst>
        <p:guide orient="horz" pos="2160"/>
        <p:guide pos="3840"/>
        <p:guide orient="horz" pos="3249"/>
        <p:guide pos="7068"/>
        <p:guide orient="horz" pos="13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yjane Betrand" userId="S::mb13afy@herts.ac.uk::9d690930-63dc-4257-8532-dd49e7e9cf4d" providerId="AD" clId="Web-{0130B3CF-C872-458A-6D82-FB5B649CA2D1}"/>
    <pc:docChg chg="modSld">
      <pc:chgData name="Maryjane Betrand" userId="S::mb13afy@herts.ac.uk::9d690930-63dc-4257-8532-dd49e7e9cf4d" providerId="AD" clId="Web-{0130B3CF-C872-458A-6D82-FB5B649CA2D1}" dt="2025-11-07T13:24:07.473" v="2" actId="20577"/>
      <pc:docMkLst>
        <pc:docMk/>
      </pc:docMkLst>
      <pc:sldChg chg="modSp">
        <pc:chgData name="Maryjane Betrand" userId="S::mb13afy@herts.ac.uk::9d690930-63dc-4257-8532-dd49e7e9cf4d" providerId="AD" clId="Web-{0130B3CF-C872-458A-6D82-FB5B649CA2D1}" dt="2025-11-07T13:23:42.800" v="0" actId="20577"/>
        <pc:sldMkLst>
          <pc:docMk/>
          <pc:sldMk cId="4148532546" sldId="289"/>
        </pc:sldMkLst>
        <pc:spChg chg="mod">
          <ac:chgData name="Maryjane Betrand" userId="S::mb13afy@herts.ac.uk::9d690930-63dc-4257-8532-dd49e7e9cf4d" providerId="AD" clId="Web-{0130B3CF-C872-458A-6D82-FB5B649CA2D1}" dt="2025-11-07T13:23:42.800" v="0" actId="20577"/>
          <ac:spMkLst>
            <pc:docMk/>
            <pc:sldMk cId="4148532546" sldId="289"/>
            <ac:spMk id="4" creationId="{6E7F4D14-5620-EC41-A86C-6CC3CFD691B4}"/>
          </ac:spMkLst>
        </pc:spChg>
      </pc:sldChg>
      <pc:sldChg chg="modSp">
        <pc:chgData name="Maryjane Betrand" userId="S::mb13afy@herts.ac.uk::9d690930-63dc-4257-8532-dd49e7e9cf4d" providerId="AD" clId="Web-{0130B3CF-C872-458A-6D82-FB5B649CA2D1}" dt="2025-11-07T13:24:07.473" v="2" actId="20577"/>
        <pc:sldMkLst>
          <pc:docMk/>
          <pc:sldMk cId="1718004908" sldId="329"/>
        </pc:sldMkLst>
        <pc:spChg chg="mod">
          <ac:chgData name="Maryjane Betrand" userId="S::mb13afy@herts.ac.uk::9d690930-63dc-4257-8532-dd49e7e9cf4d" providerId="AD" clId="Web-{0130B3CF-C872-458A-6D82-FB5B649CA2D1}" dt="2025-11-07T13:24:07.473" v="2" actId="20577"/>
          <ac:spMkLst>
            <pc:docMk/>
            <pc:sldMk cId="1718004908" sldId="329"/>
            <ac:spMk id="3" creationId="{00EBC183-8AA5-EC44-9987-D65F5C1892A1}"/>
          </ac:spMkLst>
        </pc:spChg>
      </pc:sldChg>
    </pc:docChg>
  </pc:docChgLst>
  <pc:docChgLst>
    <pc:chgData name="Sarah Beecham" userId="3dff3769-a6f8-4999-99c7-104518196c07" providerId="ADAL" clId="{B053FDEB-A230-4C3D-AB28-1996D6638692}"/>
    <pc:docChg chg="custSel modSld">
      <pc:chgData name="Sarah Beecham" userId="3dff3769-a6f8-4999-99c7-104518196c07" providerId="ADAL" clId="{B053FDEB-A230-4C3D-AB28-1996D6638692}" dt="2025-11-17T15:38:57.719" v="259" actId="313"/>
      <pc:docMkLst>
        <pc:docMk/>
      </pc:docMkLst>
      <pc:sldChg chg="modSp mod">
        <pc:chgData name="Sarah Beecham" userId="3dff3769-a6f8-4999-99c7-104518196c07" providerId="ADAL" clId="{B053FDEB-A230-4C3D-AB28-1996D6638692}" dt="2025-11-17T15:37:08.359" v="196" actId="20577"/>
        <pc:sldMkLst>
          <pc:docMk/>
          <pc:sldMk cId="0" sldId="261"/>
        </pc:sldMkLst>
        <pc:spChg chg="mod">
          <ac:chgData name="Sarah Beecham" userId="3dff3769-a6f8-4999-99c7-104518196c07" providerId="ADAL" clId="{B053FDEB-A230-4C3D-AB28-1996D6638692}" dt="2025-11-17T15:37:08.359" v="196" actId="20577"/>
          <ac:spMkLst>
            <pc:docMk/>
            <pc:sldMk cId="0" sldId="261"/>
            <ac:spMk id="130" creationId="{00000000-0000-0000-0000-000000000000}"/>
          </ac:spMkLst>
        </pc:spChg>
      </pc:sldChg>
      <pc:sldChg chg="modSp mod">
        <pc:chgData name="Sarah Beecham" userId="3dff3769-a6f8-4999-99c7-104518196c07" providerId="ADAL" clId="{B053FDEB-A230-4C3D-AB28-1996D6638692}" dt="2025-11-17T15:38:57.719" v="259" actId="313"/>
        <pc:sldMkLst>
          <pc:docMk/>
          <pc:sldMk cId="0" sldId="262"/>
        </pc:sldMkLst>
        <pc:spChg chg="mod">
          <ac:chgData name="Sarah Beecham" userId="3dff3769-a6f8-4999-99c7-104518196c07" providerId="ADAL" clId="{B053FDEB-A230-4C3D-AB28-1996D6638692}" dt="2025-11-17T15:38:57.719" v="259" actId="313"/>
          <ac:spMkLst>
            <pc:docMk/>
            <pc:sldMk cId="0" sldId="262"/>
            <ac:spMk id="2" creationId="{58BC67A1-346D-734F-321E-2098D1481674}"/>
          </ac:spMkLst>
        </pc:spChg>
      </pc:sldChg>
      <pc:sldChg chg="modSp mod">
        <pc:chgData name="Sarah Beecham" userId="3dff3769-a6f8-4999-99c7-104518196c07" providerId="ADAL" clId="{B053FDEB-A230-4C3D-AB28-1996D6638692}" dt="2025-11-17T15:33:16.677" v="28" actId="20577"/>
        <pc:sldMkLst>
          <pc:docMk/>
          <pc:sldMk cId="32494612" sldId="336"/>
        </pc:sldMkLst>
        <pc:spChg chg="mod">
          <ac:chgData name="Sarah Beecham" userId="3dff3769-a6f8-4999-99c7-104518196c07" providerId="ADAL" clId="{B053FDEB-A230-4C3D-AB28-1996D6638692}" dt="2025-11-17T15:33:16.677" v="28" actId="20577"/>
          <ac:spMkLst>
            <pc:docMk/>
            <pc:sldMk cId="32494612" sldId="336"/>
            <ac:spMk id="7" creationId="{F7FEA660-7B39-BC91-3B96-7298CCF66DE1}"/>
          </ac:spMkLst>
        </pc:spChg>
      </pc:sldChg>
      <pc:sldChg chg="modSp mod">
        <pc:chgData name="Sarah Beecham" userId="3dff3769-a6f8-4999-99c7-104518196c07" providerId="ADAL" clId="{B053FDEB-A230-4C3D-AB28-1996D6638692}" dt="2025-11-17T15:35:36.933" v="159" actId="1076"/>
        <pc:sldMkLst>
          <pc:docMk/>
          <pc:sldMk cId="3608140810" sldId="339"/>
        </pc:sldMkLst>
        <pc:spChg chg="mod">
          <ac:chgData name="Sarah Beecham" userId="3dff3769-a6f8-4999-99c7-104518196c07" providerId="ADAL" clId="{B053FDEB-A230-4C3D-AB28-1996D6638692}" dt="2025-11-17T15:34:29.583" v="132" actId="20577"/>
          <ac:spMkLst>
            <pc:docMk/>
            <pc:sldMk cId="3608140810" sldId="339"/>
            <ac:spMk id="7" creationId="{F7FEA660-7B39-BC91-3B96-7298CCF66DE1}"/>
          </ac:spMkLst>
        </pc:spChg>
        <pc:spChg chg="mod">
          <ac:chgData name="Sarah Beecham" userId="3dff3769-a6f8-4999-99c7-104518196c07" providerId="ADAL" clId="{B053FDEB-A230-4C3D-AB28-1996D6638692}" dt="2025-11-17T15:35:36.933" v="159" actId="1076"/>
          <ac:spMkLst>
            <pc:docMk/>
            <pc:sldMk cId="3608140810" sldId="339"/>
            <ac:spMk id="8" creationId="{08296624-D625-8A51-63F8-EC461F283B3B}"/>
          </ac:spMkLst>
        </pc:spChg>
        <pc:spChg chg="mod">
          <ac:chgData name="Sarah Beecham" userId="3dff3769-a6f8-4999-99c7-104518196c07" providerId="ADAL" clId="{B053FDEB-A230-4C3D-AB28-1996D6638692}" dt="2025-11-17T15:35:29.123" v="158" actId="1076"/>
          <ac:spMkLst>
            <pc:docMk/>
            <pc:sldMk cId="3608140810" sldId="339"/>
            <ac:spMk id="12" creationId="{F41CBD45-A845-C335-489D-8BB5DDD408DD}"/>
          </ac:spMkLst>
        </pc:spChg>
      </pc:sldChg>
      <pc:sldChg chg="modSp mod">
        <pc:chgData name="Sarah Beecham" userId="3dff3769-a6f8-4999-99c7-104518196c07" providerId="ADAL" clId="{B053FDEB-A230-4C3D-AB28-1996D6638692}" dt="2025-11-17T15:32:31.739" v="8" actId="20577"/>
        <pc:sldMkLst>
          <pc:docMk/>
          <pc:sldMk cId="2723358785" sldId="340"/>
        </pc:sldMkLst>
        <pc:spChg chg="mod">
          <ac:chgData name="Sarah Beecham" userId="3dff3769-a6f8-4999-99c7-104518196c07" providerId="ADAL" clId="{B053FDEB-A230-4C3D-AB28-1996D6638692}" dt="2025-11-17T15:32:31.739" v="8" actId="20577"/>
          <ac:spMkLst>
            <pc:docMk/>
            <pc:sldMk cId="2723358785" sldId="340"/>
            <ac:spMk id="7" creationId="{F7FEA660-7B39-BC91-3B96-7298CCF66DE1}"/>
          </ac:spMkLst>
        </pc:spChg>
      </pc:sldChg>
      <pc:sldChg chg="modSp mod">
        <pc:chgData name="Sarah Beecham" userId="3dff3769-a6f8-4999-99c7-104518196c07" providerId="ADAL" clId="{B053FDEB-A230-4C3D-AB28-1996D6638692}" dt="2025-11-17T15:31:40.436" v="1" actId="20577"/>
        <pc:sldMkLst>
          <pc:docMk/>
          <pc:sldMk cId="2339144795" sldId="341"/>
        </pc:sldMkLst>
        <pc:spChg chg="mod">
          <ac:chgData name="Sarah Beecham" userId="3dff3769-a6f8-4999-99c7-104518196c07" providerId="ADAL" clId="{B053FDEB-A230-4C3D-AB28-1996D6638692}" dt="2025-11-17T15:31:40.436" v="1" actId="20577"/>
          <ac:spMkLst>
            <pc:docMk/>
            <pc:sldMk cId="2339144795" sldId="341"/>
            <ac:spMk id="5" creationId="{A5F0AC96-5BAE-FDAC-4EAC-17779A2B064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98966F2-21A1-4B2B-ADA6-AD0BB447B7C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1468BB-CDF2-4507-B4EF-7B369D307A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FAAC3A-BD1F-4A00-9099-74B95789FE00}" type="datetimeFigureOut">
              <a:rPr lang="en-GB" smtClean="0"/>
              <a:pPr/>
              <a:t>25/11/2025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4BCF7D-6037-48D3-84E5-56B8B05521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19E732-656C-4BB5-ACCB-1568C5C66DD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F51D9-0FEB-436E-9280-D6033F60354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05840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359C8A-39F6-4045-9163-4042C4C26B15}" type="datetimeFigureOut">
              <a:rPr lang="en-GB" smtClean="0"/>
              <a:pPr/>
              <a:t>25/11/2025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370952-48CC-46D7-9FCD-59FAD40CC02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0231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70952-48CC-46D7-9FCD-59FAD40CC025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59414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70952-48CC-46D7-9FCD-59FAD40CC025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45707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C5D25-D087-1E33-21F3-F2D05AE8A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D1E666-23AD-E094-1ACB-CF50A9BC25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44071A-4E2A-11B3-FB8F-63E7413B4E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74D051-5520-E1C3-2642-4EEBFFBA27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70952-48CC-46D7-9FCD-59FAD40CC025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6304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iversity of Hertfordshire logo">
            <a:extLst>
              <a:ext uri="{FF2B5EF4-FFF2-40B4-BE49-F238E27FC236}">
                <a16:creationId xmlns:a16="http://schemas.microsoft.com/office/drawing/2014/main" id="{16E4BB13-0D32-AA4A-BF91-2B76A7C1824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44000" y="2854800"/>
            <a:ext cx="6501600" cy="115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167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1B53D-9933-445F-9B68-E730EB38A5A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53999" y="2579715"/>
            <a:ext cx="10031157" cy="2160000"/>
          </a:xfrm>
        </p:spPr>
        <p:txBody>
          <a:bodyPr anchor="t" anchorCtr="0">
            <a:normAutofit/>
          </a:bodyPr>
          <a:lstStyle>
            <a:lvl1pPr algn="l">
              <a:lnSpc>
                <a:spcPts val="8000"/>
              </a:lnSpc>
              <a:defRPr sz="7500" b="1" kern="3000" spc="-2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C6B9F5-608F-4534-96F0-C3A5E1A638A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54000" y="1890000"/>
            <a:ext cx="10031156" cy="36000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600" b="1" kern="3000" spc="-1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0E7B9-9AC6-4E42-A931-6FF91E649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9" y="779733"/>
            <a:ext cx="7176911" cy="230832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  <a:endParaRPr lang="en-GB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6D645-6420-4785-8316-43EF780FA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79733"/>
            <a:ext cx="622800" cy="230832"/>
          </a:xfrm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7" descr="A picture containing drawing&#10;&#10;Description automatically generated">
            <a:extLst>
              <a:ext uri="{FF2B5EF4-FFF2-40B4-BE49-F238E27FC236}">
                <a16:creationId xmlns:a16="http://schemas.microsoft.com/office/drawing/2014/main" id="{BCCF2CA0-CCE3-4304-8F31-4D1CC50BCB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4000" y="5511600"/>
            <a:ext cx="2242800" cy="39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616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2C6B9F5-608F-4534-96F0-C3A5E1A638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4000" y="1890000"/>
            <a:ext cx="7200000" cy="36000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600" b="1" kern="3000" spc="-1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0E7B9-9AC6-4E42-A931-6FF91E649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9" y="791022"/>
            <a:ext cx="7176911" cy="230832"/>
          </a:xfrm>
        </p:spPr>
        <p:txBody>
          <a:bodyPr>
            <a:noAutofit/>
          </a:bodyPr>
          <a:lstStyle>
            <a:lvl1pPr>
              <a:defRPr>
                <a:solidFill>
                  <a:srgbClr val="8F9898"/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6D645-6420-4785-8316-43EF780FA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91022"/>
            <a:ext cx="622800" cy="230832"/>
          </a:xfrm>
        </p:spPr>
        <p:txBody>
          <a:bodyPr wrap="square">
            <a:noAutofit/>
          </a:bodyPr>
          <a:lstStyle>
            <a:lvl1pPr>
              <a:defRPr>
                <a:solidFill>
                  <a:srgbClr val="8F9898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9449821-0D0D-644D-97A3-D56097A9C6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53999" y="2579715"/>
            <a:ext cx="10031157" cy="2160000"/>
          </a:xfrm>
        </p:spPr>
        <p:txBody>
          <a:bodyPr anchor="t" anchorCtr="0">
            <a:normAutofit/>
          </a:bodyPr>
          <a:lstStyle>
            <a:lvl1pPr algn="l">
              <a:lnSpc>
                <a:spcPts val="8000"/>
              </a:lnSpc>
              <a:defRPr sz="7500" b="1" kern="3000" spc="-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F6EB17-8019-7B4E-B53C-76B057A7C31F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03EF50-F00F-9643-BE53-F0A5272FC4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3998" y="5517266"/>
            <a:ext cx="2244881" cy="39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207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FE49-0143-472F-897B-A7DAB87A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FBDFA-876B-4255-A301-F62F1EDD8D6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973668" y="2717444"/>
            <a:ext cx="4903200" cy="31752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4pPr>
              <a:defRPr/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0C709-1F3D-4B13-A290-4041A33FB10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6000" y="2717444"/>
            <a:ext cx="4456800" cy="31752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4pPr>
              <a:defRPr/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b="0"/>
              <a:t>Add Text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8C9C5-E913-47B9-82DE-196768E6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58F66-ECA3-4B00-A383-8D2B8621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A19DAE-53D8-4F04-A4B9-B6EDFC23886D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463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805" userDrawn="1">
          <p15:clr>
            <a:srgbClr val="FBAE40"/>
          </p15:clr>
        </p15:guide>
        <p15:guide id="3" pos="3989" userDrawn="1">
          <p15:clr>
            <a:srgbClr val="FBAE40"/>
          </p15:clr>
        </p15:guide>
        <p15:guide id="4" pos="370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E70B5-BA04-4DB3-853D-A1C05ADF8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40712-862D-4568-80A4-86117B89676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70139" y="2717600"/>
            <a:ext cx="10251722" cy="31752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B6D5D-0892-4B4E-86D9-894852B12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0AA271-B0BA-42CD-A544-17AAB1FA2EEA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1322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E70B5-BA04-4DB3-853D-A1C05ADF82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4000" y="775255"/>
            <a:ext cx="7361569" cy="365125"/>
          </a:xfrm>
        </p:spPr>
        <p:txBody>
          <a:bodyPr/>
          <a:lstStyle/>
          <a:p>
            <a:r>
              <a:rPr lang="en-US"/>
              <a:t>Click to add title.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40712-862D-4568-80A4-86117B89676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70139" y="1367692"/>
            <a:ext cx="10251722" cy="4923693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0AA271-B0BA-42CD-A544-17AAB1FA2EEA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5730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arg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09D4C03-E8B1-644E-949B-F7AF9118183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70139" y="1367692"/>
            <a:ext cx="10251722" cy="4923693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chemeClr val="bg1"/>
                </a:solidFill>
              </a:defRPr>
            </a:lvl1pPr>
            <a:lvl2pPr>
              <a:defRPr lang="en-US" dirty="0" smtClean="0">
                <a:solidFill>
                  <a:schemeClr val="bg1"/>
                </a:solidFill>
              </a:defRPr>
            </a:lvl2pPr>
            <a:lvl3pPr>
              <a:defRPr lang="en-GB" dirty="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2EDA17D-AAE6-954F-93C6-90B8D7B80B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4000" y="775255"/>
            <a:ext cx="736156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0620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Image +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FE49-0143-472F-897B-A7DAB87A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0C709-1F3D-4B13-A290-4041A33FB10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835952" y="2728800"/>
            <a:ext cx="2959200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GB" spc="-100" baseline="0" dirty="0"/>
            </a:lvl4pPr>
            <a:lvl5pPr>
              <a:defRPr spc="-100" baseline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8C9C5-E913-47B9-82DE-196768E6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58F66-ECA3-4B00-A383-8D2B8621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74043F1-6F14-49BD-83CA-12B559ABC10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088" y="2728913"/>
            <a:ext cx="6400800" cy="4129087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51C537-0174-43E5-8B81-C80AF1D06831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4113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+ 2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FE49-0143-472F-897B-A7DAB87A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8C9C5-E913-47B9-82DE-196768E6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58F66-ECA3-4B00-A383-8D2B8621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9FCF96-B7D6-4CCD-A4AE-46A67249D3BD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41F3B7A-B2BF-40FC-8EB2-F1C37D31648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3999" y="2728800"/>
            <a:ext cx="2959199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GB" dirty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75B7A667-B99F-7A41-AAC3-ED24B9B1D92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278804" y="2728800"/>
            <a:ext cx="2959199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GB" dirty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93C1FF47-695D-B348-AF37-1ADF5736FA9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613975" y="2728800"/>
            <a:ext cx="2959199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GB" dirty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6047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07C322-846C-9045-AD91-A93C82FC5AA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2920352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ide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dia Placeholder 8">
            <a:extLst>
              <a:ext uri="{FF2B5EF4-FFF2-40B4-BE49-F238E27FC236}">
                <a16:creationId xmlns:a16="http://schemas.microsoft.com/office/drawing/2014/main" id="{9ABCF9A5-761F-434B-BBB5-D788CB1E79D8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140400" y="140400"/>
            <a:ext cx="11916000" cy="6580800"/>
          </a:xfrm>
          <a:solidFill>
            <a:schemeClr val="bg1"/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2809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s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B6D5D-0892-4B4E-86D9-894852B12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0AA271-B0BA-42CD-A544-17AAB1FA2EEA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99880E3-4DE3-A642-9738-DF49DDCC9AC5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70139" y="4079342"/>
            <a:ext cx="3144661" cy="2252134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F37D495-D835-8E4B-A177-5E12F893DDC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8077200" y="4062209"/>
            <a:ext cx="3144661" cy="2252134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 lang="en-US" b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</a:t>
            </a:r>
            <a:r>
              <a:rPr lang="en-US"/>
              <a:t>Text</a:t>
            </a:r>
            <a:endParaRPr lang="en-GB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6804C7E-983C-9246-90C0-AF8A0CE2CA84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4523669" y="4062209"/>
            <a:ext cx="3144661" cy="2252134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 lang="en-US" b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</a:t>
            </a:r>
            <a:r>
              <a:rPr lang="en-US"/>
              <a:t>Text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4410427-8F1D-7541-9C05-AFDD3531678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462175" y="1640942"/>
            <a:ext cx="2160587" cy="2160588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Picture Placeholder 7">
            <a:extLst>
              <a:ext uri="{FF2B5EF4-FFF2-40B4-BE49-F238E27FC236}">
                <a16:creationId xmlns:a16="http://schemas.microsoft.com/office/drawing/2014/main" id="{8B7D5964-7A97-5742-8717-CCB747F84A0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015705" y="1640942"/>
            <a:ext cx="2160587" cy="2160588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344933FE-A401-A841-9AC3-B75285AA32D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569236" y="1640942"/>
            <a:ext cx="2160587" cy="216058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6316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E2CE188-32E7-4242-9E44-E8055FC030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4002" y="5511600"/>
            <a:ext cx="2242795" cy="3979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81B53D-9933-445F-9B68-E730EB38A5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6844" y="1964352"/>
            <a:ext cx="11828559" cy="1051570"/>
          </a:xfrm>
        </p:spPr>
        <p:txBody>
          <a:bodyPr vert="horz" wrap="none" lIns="0" tIns="0" rIns="0" bIns="0" rtlCol="0" anchor="t" anchorCtr="0">
            <a:noAutofit/>
          </a:bodyPr>
          <a:lstStyle>
            <a:lvl1pPr>
              <a:lnSpc>
                <a:spcPct val="100000"/>
              </a:lnSpc>
              <a:defRPr lang="en-GB" sz="7386" spc="-300" baseline="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ts val="8186"/>
              </a:lnSpc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BE80A-BFEC-E24A-B510-73A571F1F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9" y="779733"/>
            <a:ext cx="7176911" cy="230832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  <a:endParaRPr lang="en-GB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B25B4-144A-5B4A-8EAD-2022412DF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79733"/>
            <a:ext cx="622800" cy="230832"/>
          </a:xfrm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2170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1A62CF-E2B4-496D-829D-DCE372609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000" y="1890000"/>
            <a:ext cx="10279150" cy="3651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84EF4-0E07-4BF3-A4AB-3E8632AA7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0139" y="2717600"/>
            <a:ext cx="10279150" cy="317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 b="1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27A5D-B761-4C2F-97E6-5D8254424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70139" y="775255"/>
            <a:ext cx="7176911" cy="230832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661B1-4E4B-4F85-ACA3-C34023D702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21333" y="783355"/>
            <a:ext cx="1400528" cy="2308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15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9008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63" r:id="rId2"/>
    <p:sldLayoutId id="2147483677" r:id="rId3"/>
    <p:sldLayoutId id="2147483652" r:id="rId4"/>
    <p:sldLayoutId id="2147483682" r:id="rId5"/>
    <p:sldLayoutId id="2147483721" r:id="rId6"/>
    <p:sldLayoutId id="2147483722" r:id="rId7"/>
    <p:sldLayoutId id="2147483684" r:id="rId8"/>
    <p:sldLayoutId id="2147483685" r:id="rId9"/>
    <p:sldLayoutId id="2147483686" r:id="rId10"/>
    <p:sldLayoutId id="2147483723" r:id="rId11"/>
    <p:sldLayoutId id="2147483706" r:id="rId12"/>
    <p:sldLayoutId id="2147483697" r:id="rId13"/>
  </p:sldLayoutIdLst>
  <p:hf hdr="0" dt="0"/>
  <p:txStyles>
    <p:titleStyle>
      <a:lvl1pPr algn="l" defTabSz="914400" rtl="0" eaLnBrk="1" latinLnBrk="0" hangingPunct="1">
        <a:lnSpc>
          <a:spcPts val="3600"/>
        </a:lnSpc>
        <a:spcBef>
          <a:spcPct val="0"/>
        </a:spcBef>
        <a:buNone/>
        <a:defRPr sz="3600" b="1" kern="2000" spc="-100" baseline="0">
          <a:solidFill>
            <a:srgbClr val="20323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ts val="2880"/>
        </a:lnSpc>
        <a:spcBef>
          <a:spcPts val="0"/>
        </a:spcBef>
        <a:spcAft>
          <a:spcPts val="992"/>
        </a:spcAft>
        <a:buFont typeface="Arial" panose="020B0604020202020204" pitchFamily="34" charset="0"/>
        <a:buNone/>
        <a:defRPr sz="2400" b="1" kern="2000" spc="-100" baseline="0">
          <a:solidFill>
            <a:srgbClr val="20323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ts val="2880"/>
        </a:lnSpc>
        <a:spcBef>
          <a:spcPts val="0"/>
        </a:spcBef>
        <a:spcAft>
          <a:spcPts val="992"/>
        </a:spcAft>
        <a:buFont typeface="Arial" panose="020B0604020202020204" pitchFamily="34" charset="0"/>
        <a:buNone/>
        <a:defRPr sz="2400" kern="2000" spc="-100" baseline="0">
          <a:solidFill>
            <a:srgbClr val="203232"/>
          </a:solidFill>
          <a:latin typeface="+mn-lt"/>
          <a:ea typeface="+mn-ea"/>
          <a:cs typeface="+mn-cs"/>
        </a:defRPr>
      </a:lvl2pPr>
      <a:lvl3pPr marL="216000" indent="-216000" algn="l" defTabSz="914400" rtl="0" eaLnBrk="1" latinLnBrk="0" hangingPunct="1">
        <a:lnSpc>
          <a:spcPts val="2880"/>
        </a:lnSpc>
        <a:spcBef>
          <a:spcPts val="0"/>
        </a:spcBef>
        <a:spcAft>
          <a:spcPts val="992"/>
        </a:spcAft>
        <a:buFont typeface="Arial" panose="020B0604020202020204" pitchFamily="34" charset="0"/>
        <a:buChar char="■"/>
        <a:defRPr sz="2400" kern="2000" spc="-100" baseline="0">
          <a:solidFill>
            <a:srgbClr val="20323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ts val="2160"/>
        </a:lnSpc>
        <a:spcBef>
          <a:spcPts val="0"/>
        </a:spcBef>
        <a:buFont typeface="Arial" panose="020B0604020202020204" pitchFamily="34" charset="0"/>
        <a:buNone/>
        <a:defRPr sz="1800" kern="1200">
          <a:solidFill>
            <a:srgbClr val="203232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ts val="2160"/>
        </a:lnSpc>
        <a:spcBef>
          <a:spcPts val="0"/>
        </a:spcBef>
        <a:buFont typeface="Arial" panose="020B0604020202020204" pitchFamily="34" charset="0"/>
        <a:buNone/>
        <a:defRPr sz="1800" b="1" kern="1200">
          <a:solidFill>
            <a:srgbClr val="20323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4" pos="604" userDrawn="1">
          <p15:clr>
            <a:srgbClr val="F26B43"/>
          </p15:clr>
        </p15:guide>
        <p15:guide id="5" pos="7076" userDrawn="1">
          <p15:clr>
            <a:srgbClr val="F26B43"/>
          </p15:clr>
        </p15:guide>
        <p15:guide id="6" orient="horz" pos="2160" userDrawn="1">
          <p15:clr>
            <a:srgbClr val="F26B43"/>
          </p15:clr>
        </p15:guide>
        <p15:guide id="7" orient="horz" userDrawn="1">
          <p15:clr>
            <a:srgbClr val="F26B43"/>
          </p15:clr>
        </p15:guide>
        <p15:guide id="8" orient="horz" pos="604" userDrawn="1">
          <p15:clr>
            <a:srgbClr val="F26B43"/>
          </p15:clr>
        </p15:guide>
        <p15:guide id="10" orient="horz" pos="3712" userDrawn="1">
          <p15:clr>
            <a:srgbClr val="F26B43"/>
          </p15:clr>
        </p15:guide>
        <p15:guide id="11" orient="horz" pos="11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0AEE4-CC66-FE42-B0C3-2CC7AFD37D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Visualization and Analysis – </a:t>
            </a:r>
            <a:br>
              <a:rPr lang="en-US"/>
            </a:br>
            <a:r>
              <a:rPr lang="en-US" sz="4000"/>
              <a:t>Tutorial Presentation for Feedback</a:t>
            </a:r>
            <a:br>
              <a:rPr lang="en-US" sz="4000"/>
            </a:br>
            <a:r>
              <a:rPr lang="en-US" sz="2200"/>
              <a:t>Date: 26 November 2025</a:t>
            </a:r>
            <a:br>
              <a:rPr lang="en-US" sz="8000"/>
            </a:b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75DA97-5166-7F4B-BC83-F50AC8BEDC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000"/>
              <a:t>Group Id: A-199                                                          Name of Student Presenting: Danial Zaf.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7F4D14-5620-EC41-A86C-6CC3CFD69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9" y="274320"/>
            <a:ext cx="10455567" cy="736245"/>
          </a:xfrm>
        </p:spPr>
        <p:txBody>
          <a:bodyPr/>
          <a:lstStyle/>
          <a:p>
            <a:r>
              <a:rPr lang="en-GB" dirty="0"/>
              <a:t>7COM1079-2025  Student Group No: A-199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584311-58F1-BD4D-8FED-50D72C3DE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8532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31262B9-84B0-C1A5-543C-8FA0F2459C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2200" y="1355611"/>
            <a:ext cx="7200000" cy="360000"/>
          </a:xfrm>
        </p:spPr>
        <p:txBody>
          <a:bodyPr/>
          <a:lstStyle/>
          <a:p>
            <a:r>
              <a:rPr lang="en-US"/>
              <a:t>Part 1: VISUALISATION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8750A5-C5AD-CEC8-7CD5-C4412264C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7COM1079-2025  Student Group No: A-199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B5058-8385-6382-3B48-5ADE78EDF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9144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D9D8228-727F-1E46-B5AD-91D158B82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88" y="1254809"/>
            <a:ext cx="10545460" cy="588024"/>
          </a:xfrm>
        </p:spPr>
        <p:txBody>
          <a:bodyPr/>
          <a:lstStyle/>
          <a:p>
            <a:r>
              <a:rPr lang="en-US" sz="1800" b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are using the dataset </a:t>
            </a:r>
            <a:r>
              <a:rPr lang="en-US" sz="180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DS134 - london_weather.csv</a:t>
            </a:r>
            <a:r>
              <a:rPr lang="en-US" sz="1800" b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to answer our Research Question  “Is there a difference in the mean of daily precipitation among the seasons in London from 1979 to 2020?”</a:t>
            </a:r>
            <a:endParaRPr lang="en-US" sz="1800" spc="0" baseline="300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US" sz="1800" b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1800" spc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EBC183-8AA5-EC44-9987-D65F5C189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8" y="791022"/>
            <a:ext cx="9129687" cy="230832"/>
          </a:xfrm>
        </p:spPr>
        <p:txBody>
          <a:bodyPr/>
          <a:lstStyle/>
          <a:p>
            <a:r>
              <a:rPr lang="en-GB" dirty="0"/>
              <a:t>7COM1079-2025  Student Group No: A-199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D9611-42EE-7840-81EE-DD6B1A99C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AD01F2-D2EF-DFD7-1A69-5730702DC4BD}"/>
              </a:ext>
            </a:extLst>
          </p:cNvPr>
          <p:cNvSpPr txBox="1"/>
          <p:nvPr/>
        </p:nvSpPr>
        <p:spPr>
          <a:xfrm>
            <a:off x="965288" y="4402862"/>
            <a:ext cx="1083129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The database has 10 columns and 15,341 Rows. We will use 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precipitation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(mm) and 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date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 columns.</a:t>
            </a:r>
          </a:p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Independent Variable: 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date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 ==&gt; 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Season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 (Nominal)         |        Dependent Variable: 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precipitation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 (Interval)</a:t>
            </a:r>
          </a:p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 descr="A white background with black text and numbers&#10;&#10;AI-generated content may be incorrect.">
            <a:extLst>
              <a:ext uri="{FF2B5EF4-FFF2-40B4-BE49-F238E27FC236}">
                <a16:creationId xmlns:a16="http://schemas.microsoft.com/office/drawing/2014/main" id="{69232595-6901-987B-9BBF-01FC9746C2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450" y="2185176"/>
            <a:ext cx="10836621" cy="1905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004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5FA15-B17F-387B-E383-5505647AB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4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EB71E67-EBA6-8854-0835-29697F6810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9342" y="321580"/>
            <a:ext cx="7499943" cy="621484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4D431B-7665-75B0-2D73-5BD588DCB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3876" y="560190"/>
            <a:ext cx="7176911" cy="230832"/>
          </a:xfrm>
        </p:spPr>
        <p:txBody>
          <a:bodyPr/>
          <a:lstStyle/>
          <a:p>
            <a:r>
              <a:rPr lang="en-GB"/>
              <a:t>7COM1079-2022  Student Group No:  A-199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2A64CC-C2D2-05FA-743D-AC91E232D901}"/>
              </a:ext>
            </a:extLst>
          </p:cNvPr>
          <p:cNvSpPr txBox="1"/>
          <p:nvPr/>
        </p:nvSpPr>
        <p:spPr>
          <a:xfrm>
            <a:off x="796865" y="2967335"/>
            <a:ext cx="36654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Variable 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precipitation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(mm) is </a:t>
            </a:r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not normally 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distributed.</a:t>
            </a:r>
          </a:p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358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3145A-7D1F-CB1C-1C8F-0FDBA589D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7A55A-4C52-0C8B-583D-DCF438C67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1D3D0D-3AE2-9FE3-3B2B-644E94CA1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3876" y="560190"/>
            <a:ext cx="7176911" cy="230832"/>
          </a:xfrm>
        </p:spPr>
        <p:txBody>
          <a:bodyPr/>
          <a:lstStyle/>
          <a:p>
            <a:r>
              <a:rPr lang="en-GB"/>
              <a:t>7COM1079-2022  Student Group No:  A-199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F7BB40-CEB5-2699-8CA0-D18DD17F59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4210" y="642257"/>
            <a:ext cx="7477790" cy="59938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4194263-091B-5255-0BD0-04296B4CCC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876" y="2062842"/>
            <a:ext cx="3622620" cy="2732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072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3BCDAA3-A3AD-A880-5E9C-0E1ABBC0A4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4000" y="1698171"/>
            <a:ext cx="10285200" cy="551829"/>
          </a:xfrm>
        </p:spPr>
        <p:txBody>
          <a:bodyPr/>
          <a:lstStyle/>
          <a:p>
            <a:r>
              <a:rPr lang="en-US"/>
              <a:t>Part 2: Analysis (building on your Visualizations)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87CE03-B588-8643-02BA-1E1B72567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7COM1079-2022  Student Group No:  A-199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BD585-11D8-30FD-4A30-9F1639F0D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1321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6DA92-5052-A1B8-EB0E-9E0523992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F38CB9-43A9-041E-9183-8D3514DDD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7COM1079-2022  Student Group No:  A-199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488C9-F3B1-C5D2-F600-CCF53C55B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729F23A6-A036-5858-9C38-6D5C05A9B9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89" y="1370025"/>
            <a:ext cx="10867483" cy="588024"/>
          </a:xfrm>
        </p:spPr>
        <p:txBody>
          <a:bodyPr/>
          <a:lstStyle/>
          <a:p>
            <a:pPr lvl="0" eaLnBrk="0" fontAlgn="base" hangingPunct="0">
              <a:lnSpc>
                <a:spcPct val="100000"/>
              </a:lnSpc>
              <a:spcBef>
                <a:spcPts val="130"/>
              </a:spcBef>
              <a:spcAft>
                <a:spcPts val="130"/>
              </a:spcAft>
            </a:pPr>
            <a:r>
              <a:rPr lang="en-US" altLang="en-US" sz="1800" b="0" strike="sngStrike" spc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Null hypothesis (H</a:t>
            </a:r>
            <a:r>
              <a:rPr lang="en-US" altLang="en-US" sz="1800" b="0" strike="sngStrike" spc="0" baseline="-25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US" altLang="en-US" sz="1800" b="0" strike="sngStrike" spc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​): </a:t>
            </a:r>
            <a:r>
              <a:rPr lang="fa-IR" altLang="en-US" sz="1800" b="0" strike="sngStrike" spc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800" b="0" strike="sngStrike" spc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There is </a:t>
            </a:r>
            <a:r>
              <a:rPr lang="en-US" altLang="en-US" sz="1800" strike="sngStrike" spc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 difference</a:t>
            </a:r>
            <a:r>
              <a:rPr lang="en-US" altLang="en-US" sz="1800" b="0" strike="sngStrike" spc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 the mean of daily precipitation among the seasons in London.</a:t>
            </a:r>
            <a:br>
              <a:rPr lang="en-US" altLang="en-US" sz="1800" spc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1800" b="0" spc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Alternative hypothesis (H</a:t>
            </a:r>
            <a:r>
              <a:rPr lang="en-US" altLang="en-US" sz="1800" b="0" spc="0" baseline="-25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altLang="en-US" sz="1800" b="0" spc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​): There is </a:t>
            </a:r>
            <a:r>
              <a:rPr lang="en-US" altLang="en-US" sz="1800" spc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difference </a:t>
            </a:r>
            <a:r>
              <a:rPr lang="en-US" altLang="en-US" sz="1800" b="0" spc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the mean of daily precipitation among the seasons in London.</a:t>
            </a:r>
            <a:endParaRPr lang="en-US" altLang="en-US" sz="1800" b="0" spc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US" sz="1800" b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1800" spc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822B57C-CE8F-C90E-6A7E-F49BC2304B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88" y="2117658"/>
            <a:ext cx="7772400" cy="2708947"/>
          </a:xfrm>
          <a:prstGeom prst="rect">
            <a:avLst/>
          </a:prstGeom>
        </p:spPr>
      </p:pic>
      <p:sp>
        <p:nvSpPr>
          <p:cNvPr id="10" name="Subtitle 1">
            <a:extLst>
              <a:ext uri="{FF2B5EF4-FFF2-40B4-BE49-F238E27FC236}">
                <a16:creationId xmlns:a16="http://schemas.microsoft.com/office/drawing/2014/main" id="{D1FEAE7A-20A3-E540-5462-32D635312897}"/>
              </a:ext>
            </a:extLst>
          </p:cNvPr>
          <p:cNvSpPr txBox="1">
            <a:spLocks/>
          </p:cNvSpPr>
          <p:nvPr/>
        </p:nvSpPr>
        <p:spPr>
          <a:xfrm>
            <a:off x="965288" y="4986214"/>
            <a:ext cx="10867483" cy="5880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Font typeface="Arial" panose="020B0604020202020204" pitchFamily="34" charset="0"/>
              <a:buNone/>
              <a:defRPr sz="3600" b="1" kern="3000" spc="-1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Font typeface="Arial" panose="020B0604020202020204" pitchFamily="34" charset="0"/>
              <a:buNone/>
              <a:defRPr sz="2000" kern="2000" spc="-100" baseline="0">
                <a:solidFill>
                  <a:srgbClr val="20323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Font typeface="Arial" panose="020B0604020202020204" pitchFamily="34" charset="0"/>
              <a:buNone/>
              <a:defRPr sz="1800" kern="2000" spc="-100" baseline="0">
                <a:solidFill>
                  <a:srgbClr val="20323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ts val="216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rgbClr val="20323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ts val="216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 kern="1200">
                <a:solidFill>
                  <a:srgbClr val="20323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ts val="130"/>
              </a:spcBef>
              <a:spcAft>
                <a:spcPts val="130"/>
              </a:spcAft>
            </a:pPr>
            <a:r>
              <a:rPr lang="en-US" altLang="en-US" sz="1800" b="0" spc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means that precipitation patterns in London from 1979 to 2020 are specific to each of the four seasons.</a:t>
            </a:r>
            <a:endParaRPr lang="en-US" sz="1800" b="0" spc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0276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FC24D-ED18-5BAC-6A5F-9D78AB31E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A38F1A-E57B-BD73-C70B-2F1B70A7B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7COM1079-2022  Student Group No:  A-199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B1087-87E7-8CAB-F85E-0713B5A3C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8</a:t>
            </a:fld>
            <a:endParaRPr lang="en-GB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B204D3C-3010-4662-B4F9-C3A245AEB5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4836910"/>
              </p:ext>
            </p:extLst>
          </p:nvPr>
        </p:nvGraphicFramePr>
        <p:xfrm>
          <a:off x="1371600" y="1303591"/>
          <a:ext cx="9448800" cy="38780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9720">
                  <a:extLst>
                    <a:ext uri="{9D8B030D-6E8A-4147-A177-3AD203B41FA5}">
                      <a16:colId xmlns:a16="http://schemas.microsoft.com/office/drawing/2014/main" val="3509899510"/>
                    </a:ext>
                  </a:extLst>
                </a:gridCol>
                <a:gridCol w="2104770">
                  <a:extLst>
                    <a:ext uri="{9D8B030D-6E8A-4147-A177-3AD203B41FA5}">
                      <a16:colId xmlns:a16="http://schemas.microsoft.com/office/drawing/2014/main" val="1549144435"/>
                    </a:ext>
                  </a:extLst>
                </a:gridCol>
                <a:gridCol w="2104770">
                  <a:extLst>
                    <a:ext uri="{9D8B030D-6E8A-4147-A177-3AD203B41FA5}">
                      <a16:colId xmlns:a16="http://schemas.microsoft.com/office/drawing/2014/main" val="610658613"/>
                    </a:ext>
                  </a:extLst>
                </a:gridCol>
                <a:gridCol w="2104770">
                  <a:extLst>
                    <a:ext uri="{9D8B030D-6E8A-4147-A177-3AD203B41FA5}">
                      <a16:colId xmlns:a16="http://schemas.microsoft.com/office/drawing/2014/main" val="1465599194"/>
                    </a:ext>
                  </a:extLst>
                </a:gridCol>
                <a:gridCol w="2104770">
                  <a:extLst>
                    <a:ext uri="{9D8B030D-6E8A-4147-A177-3AD203B41FA5}">
                      <a16:colId xmlns:a16="http://schemas.microsoft.com/office/drawing/2014/main" val="3944310038"/>
                    </a:ext>
                  </a:extLst>
                </a:gridCol>
              </a:tblGrid>
              <a:tr h="593907"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Winter</a:t>
                      </a:r>
                    </a:p>
                  </a:txBody>
                  <a:tcPr marL="86178" marR="86178" marT="43089" marB="43089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1</a:t>
                      </a:r>
                    </a:p>
                  </a:txBody>
                  <a:tcPr marL="86178" marR="86178" marT="43089" marB="43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US" sz="1500"/>
                    </a:p>
                  </a:txBody>
                  <a:tcPr marL="86178" marR="86178" marT="43089" marB="43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500"/>
                    </a:p>
                  </a:txBody>
                  <a:tcPr marL="86178" marR="86178" marT="43089" marB="43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500"/>
                    </a:p>
                  </a:txBody>
                  <a:tcPr marL="86178" marR="86178" marT="43089" marB="43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56524046"/>
                  </a:ext>
                </a:extLst>
              </a:tr>
              <a:tr h="896732"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Spring</a:t>
                      </a:r>
                    </a:p>
                  </a:txBody>
                  <a:tcPr marL="86178" marR="86178" marT="43089" marB="43089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8.0e-07</a:t>
                      </a:r>
                      <a:br>
                        <a:rPr lang="en-US" sz="1500"/>
                      </a:br>
                      <a:r>
                        <a:rPr lang="en-US" sz="1300"/>
                        <a:t>Very significant difference</a:t>
                      </a:r>
                      <a:endParaRPr lang="en-US" sz="1500"/>
                    </a:p>
                  </a:txBody>
                  <a:tcPr marL="86178" marR="86178" marT="43089" marB="43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1</a:t>
                      </a:r>
                    </a:p>
                  </a:txBody>
                  <a:tcPr marL="86178" marR="86178" marT="43089" marB="43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sz="1500"/>
                    </a:p>
                  </a:txBody>
                  <a:tcPr marL="86178" marR="86178" marT="43089" marB="43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500"/>
                    </a:p>
                  </a:txBody>
                  <a:tcPr marL="86178" marR="86178" marT="43089" marB="43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9576025"/>
                  </a:ext>
                </a:extLst>
              </a:tr>
              <a:tr h="896732"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Summer</a:t>
                      </a:r>
                    </a:p>
                  </a:txBody>
                  <a:tcPr marL="86178" marR="86178" marT="43089" marB="43089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/>
                        <a:t>2.8e-16</a:t>
                      </a:r>
                      <a:br>
                        <a:rPr lang="en-US" sz="1500"/>
                      </a:br>
                      <a:r>
                        <a:rPr lang="en-US" sz="1300"/>
                        <a:t>Very significant difference</a:t>
                      </a:r>
                      <a:endParaRPr lang="en-US" sz="1500"/>
                    </a:p>
                  </a:txBody>
                  <a:tcPr marL="86178" marR="86178" marT="43089" marB="43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0.0021</a:t>
                      </a:r>
                      <a:br>
                        <a:rPr lang="en-US" sz="1500"/>
                      </a:br>
                      <a:r>
                        <a:rPr lang="en-US" sz="1300"/>
                        <a:t>significant difference</a:t>
                      </a:r>
                      <a:endParaRPr lang="en-US" sz="1500"/>
                    </a:p>
                  </a:txBody>
                  <a:tcPr marL="86178" marR="86178" marT="43089" marB="43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1</a:t>
                      </a:r>
                    </a:p>
                  </a:txBody>
                  <a:tcPr marL="86178" marR="86178" marT="43089" marB="43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/>
                    </a:p>
                  </a:txBody>
                  <a:tcPr marL="86178" marR="86178" marT="43089" marB="43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9261946"/>
                  </a:ext>
                </a:extLst>
              </a:tr>
              <a:tr h="896732"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Autumn</a:t>
                      </a:r>
                    </a:p>
                  </a:txBody>
                  <a:tcPr marL="86178" marR="86178" marT="43089" marB="43089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/>
                        <a:t>0.0021</a:t>
                      </a:r>
                      <a:br>
                        <a:rPr lang="en-US" sz="1300"/>
                      </a:br>
                      <a:r>
                        <a:rPr lang="en-US" sz="1300"/>
                        <a:t>significant difference</a:t>
                      </a:r>
                    </a:p>
                  </a:txBody>
                  <a:tcPr marL="86178" marR="86178" marT="43089" marB="43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2.8e-16</a:t>
                      </a:r>
                      <a:br>
                        <a:rPr lang="en-US" sz="1300"/>
                      </a:br>
                      <a:r>
                        <a:rPr lang="en-US" sz="1300"/>
                        <a:t>Very significant difference</a:t>
                      </a:r>
                    </a:p>
                  </a:txBody>
                  <a:tcPr marL="86178" marR="86178" marT="43089" marB="43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&lt; 2e-16</a:t>
                      </a:r>
                      <a:br>
                        <a:rPr lang="en-US" sz="1300"/>
                      </a:br>
                      <a:r>
                        <a:rPr lang="en-US" sz="1300"/>
                        <a:t>Very significant difference</a:t>
                      </a:r>
                    </a:p>
                  </a:txBody>
                  <a:tcPr marL="86178" marR="86178" marT="43089" marB="43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1</a:t>
                      </a:r>
                    </a:p>
                  </a:txBody>
                  <a:tcPr marL="86178" marR="86178" marT="43089" marB="43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14526506"/>
                  </a:ext>
                </a:extLst>
              </a:tr>
              <a:tr h="593907">
                <a:tc>
                  <a:txBody>
                    <a:bodyPr/>
                    <a:lstStyle/>
                    <a:p>
                      <a:pPr algn="ctr"/>
                      <a:endParaRPr lang="en-US" sz="1500"/>
                    </a:p>
                  </a:txBody>
                  <a:tcPr marL="86178" marR="86178" marT="43089" marB="43089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Winter</a:t>
                      </a:r>
                    </a:p>
                  </a:txBody>
                  <a:tcPr marL="86178" marR="86178" marT="43089" marB="43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Spring</a:t>
                      </a:r>
                    </a:p>
                  </a:txBody>
                  <a:tcPr marL="86178" marR="86178" marT="43089" marB="43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Summer</a:t>
                      </a:r>
                    </a:p>
                  </a:txBody>
                  <a:tcPr marL="86178" marR="86178" marT="43089" marB="43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Autumn</a:t>
                      </a:r>
                    </a:p>
                  </a:txBody>
                  <a:tcPr marL="86178" marR="86178" marT="43089" marB="43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54903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6786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CCF27-008A-91E7-EF9D-AE0E3E725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4D1EAB-EEB8-5E6E-26A2-3FD88E956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7COM1079-2022  Student Group No:  A-199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7BC68-EE1E-EEEA-24F2-435E33303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9</a:t>
            </a:fld>
            <a:endParaRPr lang="en-GB"/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C4A2243B-B906-64CC-A378-A7977385B3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89" y="1207391"/>
            <a:ext cx="4640943" cy="4135679"/>
          </a:xfrm>
          <a:prstGeom prst="rect">
            <a:avLst/>
          </a:prstGeom>
        </p:spPr>
      </p:pic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900D8D9-FCB8-202A-2048-07F869FF54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07391"/>
            <a:ext cx="5407996" cy="3323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359030"/>
      </p:ext>
    </p:extLst>
  </p:cSld>
  <p:clrMapOvr>
    <a:masterClrMapping/>
  </p:clrMapOvr>
</p:sld>
</file>

<file path=ppt/theme/theme1.xml><?xml version="1.0" encoding="utf-8"?>
<a:theme xmlns:a="http://schemas.openxmlformats.org/drawingml/2006/main" name="Herts Theme">
  <a:themeElements>
    <a:clrScheme name="Custom 2">
      <a:dk1>
        <a:srgbClr val="203232"/>
      </a:dk1>
      <a:lt1>
        <a:srgbClr val="FFFFFF"/>
      </a:lt1>
      <a:dk2>
        <a:srgbClr val="203232"/>
      </a:dk2>
      <a:lt2>
        <a:srgbClr val="FFFFFF"/>
      </a:lt2>
      <a:accent1>
        <a:srgbClr val="9C5FB5"/>
      </a:accent1>
      <a:accent2>
        <a:srgbClr val="00B9E4"/>
      </a:accent2>
      <a:accent3>
        <a:srgbClr val="F53F5B"/>
      </a:accent3>
      <a:accent4>
        <a:srgbClr val="0073CF"/>
      </a:accent4>
      <a:accent5>
        <a:srgbClr val="45B382"/>
      </a:accent5>
      <a:accent6>
        <a:srgbClr val="FFCF20"/>
      </a:accent6>
      <a:hlink>
        <a:srgbClr val="0073CF"/>
      </a:hlink>
      <a:folHlink>
        <a:srgbClr val="9C5FB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DBA85F447B164191BB36C258697B67" ma:contentTypeVersion="14" ma:contentTypeDescription="Create a new document." ma:contentTypeScope="" ma:versionID="ea511d05ca7f895fe9556935b5c9af34">
  <xsd:schema xmlns:xsd="http://www.w3.org/2001/XMLSchema" xmlns:xs="http://www.w3.org/2001/XMLSchema" xmlns:p="http://schemas.microsoft.com/office/2006/metadata/properties" xmlns:ns2="4ad138b4-2b68-4b70-945d-07f8f18b1c9a" xmlns:ns3="3c474641-ec36-472f-b125-6b1b0910eaa4" targetNamespace="http://schemas.microsoft.com/office/2006/metadata/properties" ma:root="true" ma:fieldsID="662270106d7a7e100bcac2c5f8d29899" ns2:_="" ns3:_="">
    <xsd:import namespace="4ad138b4-2b68-4b70-945d-07f8f18b1c9a"/>
    <xsd:import namespace="3c474641-ec36-472f-b125-6b1b0910eaa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Informa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d138b4-2b68-4b70-945d-07f8f18b1c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Information" ma:index="12" nillable="true" ma:displayName="Information" ma:format="Dropdown" ma:internalName="Information">
      <xsd:simpleType>
        <xsd:restriction base="dms:Text">
          <xsd:maxLength value="255"/>
        </xsd:restriction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474641-ec36-472f-b125-6b1b0910eaa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formation xmlns="4ad138b4-2b68-4b70-945d-07f8f18b1c9a" xsi:nil="true"/>
  </documentManagement>
</p:properties>
</file>

<file path=customXml/itemProps1.xml><?xml version="1.0" encoding="utf-8"?>
<ds:datastoreItem xmlns:ds="http://schemas.openxmlformats.org/officeDocument/2006/customXml" ds:itemID="{421B8C57-903D-4D0E-8336-7B512F760CD1}">
  <ds:schemaRefs>
    <ds:schemaRef ds:uri="3c474641-ec36-472f-b125-6b1b0910eaa4"/>
    <ds:schemaRef ds:uri="4ad138b4-2b68-4b70-945d-07f8f18b1c9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1C521DD-2673-4EE6-BB9B-DC5C3320FF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DD1FC41-23C7-41B0-B5F9-BF4CD38AD2ED}">
  <ds:schemaRefs>
    <ds:schemaRef ds:uri="3c474641-ec36-472f-b125-6b1b0910eaa4"/>
    <ds:schemaRef ds:uri="4ad138b4-2b68-4b70-945d-07f8f18b1c9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1261</TotalTime>
  <Words>299</Words>
  <Application>Microsoft Macintosh PowerPoint</Application>
  <PresentationFormat>Widescreen</PresentationFormat>
  <Paragraphs>52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Herts Theme</vt:lpstr>
      <vt:lpstr>Visualization and Analysis –  Tutorial Presentation for Feedback Date: 26 November 2025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Joanne Harwood</dc:creator>
  <cp:lastModifiedBy>Danial Zafaranchizadeh Moghaddam [Student-PECS]</cp:lastModifiedBy>
  <cp:revision>12</cp:revision>
  <dcterms:created xsi:type="dcterms:W3CDTF">2019-10-01T08:37:56Z</dcterms:created>
  <dcterms:modified xsi:type="dcterms:W3CDTF">2025-11-26T13:08:34Z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0x01010026DBA85F447B164191BB36C258697B67</vt:lpwstr>
  </property>
</Properties>
</file>