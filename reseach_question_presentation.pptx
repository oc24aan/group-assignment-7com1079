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9"/>
  </p:notesMasterIdLst>
  <p:handoutMasterIdLst>
    <p:handoutMasterId r:id="rId10"/>
  </p:handoutMasterIdLst>
  <p:sldIdLst>
    <p:sldId id="289" r:id="rId5"/>
    <p:sldId id="340" r:id="rId6"/>
    <p:sldId id="329" r:id="rId7"/>
    <p:sldId id="336"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3249" userDrawn="1">
          <p15:clr>
            <a:srgbClr val="A4A3A4"/>
          </p15:clr>
        </p15:guide>
        <p15:guide id="4" pos="7068" userDrawn="1">
          <p15:clr>
            <a:srgbClr val="A4A3A4"/>
          </p15:clr>
        </p15:guide>
        <p15:guide id="5" orient="horz" pos="13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7CBE"/>
    <a:srgbClr val="85509A"/>
    <a:srgbClr val="714484"/>
    <a:srgbClr val="0073CF"/>
    <a:srgbClr val="203232"/>
    <a:srgbClr val="30454F"/>
    <a:srgbClr val="1295D8"/>
    <a:srgbClr val="004A5C"/>
    <a:srgbClr val="0093B6"/>
    <a:srgbClr val="00B9E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7B1EB13-4B4A-3A65-7705-B39B10420BC6}" v="11" dt="2025-11-07T13:21:13.889"/>
    <p1510:client id="{94404E7A-4EB2-D0DE-A758-3B2FEF7E6025}" v="1178" dt="2025-11-07T14:31:40.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1020"/>
  </p:normalViewPr>
  <p:slideViewPr>
    <p:cSldViewPr snapToGrid="0">
      <p:cViewPr varScale="1">
        <p:scale>
          <a:sx n="116" d="100"/>
          <a:sy n="116" d="100"/>
        </p:scale>
        <p:origin x="960" y="184"/>
      </p:cViewPr>
      <p:guideLst>
        <p:guide orient="horz" pos="2160"/>
        <p:guide pos="3840"/>
        <p:guide orient="horz" pos="3249"/>
        <p:guide pos="7068"/>
        <p:guide orient="horz" pos="13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5/10/relationships/revisionInfo" Target="revisionInfo.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98966F2-21A1-4B2B-ADA6-AD0BB447B7C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51468BB-CDF2-4507-B4EF-7B369D307A4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3FAAC3A-BD1F-4A00-9099-74B95789FE00}" type="datetimeFigureOut">
              <a:rPr lang="en-GB" smtClean="0"/>
              <a:pPr/>
              <a:t>19/11/2025</a:t>
            </a:fld>
            <a:endParaRPr lang="en-GB"/>
          </a:p>
        </p:txBody>
      </p:sp>
      <p:sp>
        <p:nvSpPr>
          <p:cNvPr id="4" name="Footer Placeholder 3">
            <a:extLst>
              <a:ext uri="{FF2B5EF4-FFF2-40B4-BE49-F238E27FC236}">
                <a16:creationId xmlns:a16="http://schemas.microsoft.com/office/drawing/2014/main" id="{904BCF7D-6037-48D3-84E5-56B8B055214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D619E732-656C-4BB5-ACCB-1568C5C66DD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29F51D9-0FEB-436E-9280-D6033F603547}" type="slidenum">
              <a:rPr lang="en-GB" smtClean="0"/>
              <a:pPr/>
              <a:t>‹#›</a:t>
            </a:fld>
            <a:endParaRPr lang="en-GB"/>
          </a:p>
        </p:txBody>
      </p:sp>
    </p:spTree>
    <p:extLst>
      <p:ext uri="{BB962C8B-B14F-4D97-AF65-F5344CB8AC3E}">
        <p14:creationId xmlns:p14="http://schemas.microsoft.com/office/powerpoint/2010/main" val="22705840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359C8A-39F6-4045-9163-4042C4C26B15}" type="datetimeFigureOut">
              <a:rPr lang="en-GB" smtClean="0"/>
              <a:pPr/>
              <a:t>19/11/2025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370952-48CC-46D7-9FCD-59FAD40CC025}" type="slidenum">
              <a:rPr lang="en-GB" smtClean="0"/>
              <a:pPr/>
              <a:t>‹#›</a:t>
            </a:fld>
            <a:endParaRPr lang="en-GB"/>
          </a:p>
        </p:txBody>
      </p:sp>
    </p:spTree>
    <p:extLst>
      <p:ext uri="{BB962C8B-B14F-4D97-AF65-F5344CB8AC3E}">
        <p14:creationId xmlns:p14="http://schemas.microsoft.com/office/powerpoint/2010/main" val="30102317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2</a:t>
            </a:fld>
            <a:endParaRPr lang="en-GB"/>
          </a:p>
        </p:txBody>
      </p:sp>
    </p:spTree>
    <p:extLst>
      <p:ext uri="{BB962C8B-B14F-4D97-AF65-F5344CB8AC3E}">
        <p14:creationId xmlns:p14="http://schemas.microsoft.com/office/powerpoint/2010/main" val="39567185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3</a:t>
            </a:fld>
            <a:endParaRPr lang="en-GB"/>
          </a:p>
        </p:txBody>
      </p:sp>
    </p:spTree>
    <p:extLst>
      <p:ext uri="{BB962C8B-B14F-4D97-AF65-F5344CB8AC3E}">
        <p14:creationId xmlns:p14="http://schemas.microsoft.com/office/powerpoint/2010/main" val="29059414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30370952-48CC-46D7-9FCD-59FAD40CC025}" type="slidenum">
              <a:rPr lang="en-GB" smtClean="0"/>
              <a:pPr/>
              <a:t>4</a:t>
            </a:fld>
            <a:endParaRPr lang="en-GB"/>
          </a:p>
        </p:txBody>
      </p:sp>
    </p:spTree>
    <p:extLst>
      <p:ext uri="{BB962C8B-B14F-4D97-AF65-F5344CB8AC3E}">
        <p14:creationId xmlns:p14="http://schemas.microsoft.com/office/powerpoint/2010/main" val="26679849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descr="University of Hertfordshire logo">
            <a:extLst>
              <a:ext uri="{FF2B5EF4-FFF2-40B4-BE49-F238E27FC236}">
                <a16:creationId xmlns:a16="http://schemas.microsoft.com/office/drawing/2014/main" id="{16E4BB13-0D32-AA4A-BF91-2B76A7C18242}"/>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2844000" y="2854800"/>
            <a:ext cx="6501600" cy="1153633"/>
          </a:xfrm>
          <a:prstGeom prst="rect">
            <a:avLst/>
          </a:prstGeom>
        </p:spPr>
      </p:pic>
    </p:spTree>
    <p:extLst>
      <p:ext uri="{BB962C8B-B14F-4D97-AF65-F5344CB8AC3E}">
        <p14:creationId xmlns:p14="http://schemas.microsoft.com/office/powerpoint/2010/main" val="2758167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ection divi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1B53D-9933-445F-9B68-E730EB38A5A9}"/>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bg1"/>
                </a:solidFill>
              </a:defRPr>
            </a:lvl1pPr>
          </a:lstStyle>
          <a:p>
            <a:r>
              <a:rPr lang="en-US"/>
              <a:t>Click to edit master title</a:t>
            </a:r>
            <a:endParaRPr lang="en-GB"/>
          </a:p>
        </p:txBody>
      </p:sp>
      <p:sp>
        <p:nvSpPr>
          <p:cNvPr id="3" name="Subtitle 2">
            <a:extLst>
              <a:ext uri="{FF2B5EF4-FFF2-40B4-BE49-F238E27FC236}">
                <a16:creationId xmlns:a16="http://schemas.microsoft.com/office/drawing/2014/main" id="{E2C6B9F5-608F-4534-96F0-C3A5E1A638A6}"/>
              </a:ext>
            </a:extLst>
          </p:cNvPr>
          <p:cNvSpPr>
            <a:spLocks noGrp="1"/>
          </p:cNvSpPr>
          <p:nvPr>
            <p:ph type="subTitle" idx="1" hasCustomPrompt="1"/>
          </p:nvPr>
        </p:nvSpPr>
        <p:spPr>
          <a:xfrm>
            <a:off x="954000" y="1890000"/>
            <a:ext cx="10031156" cy="360000"/>
          </a:xfrm>
        </p:spPr>
        <p:txBody>
          <a:bodyPr lIns="0" tIns="0" rIns="0" bIns="0">
            <a:noAutofit/>
          </a:bodyPr>
          <a:lstStyle>
            <a:lvl1pPr marL="0" indent="0" algn="l">
              <a:buNone/>
              <a:defRPr sz="3600" b="1" kern="3000" spc="-1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pic>
        <p:nvPicPr>
          <p:cNvPr id="8" name="Picture 7" descr="A picture containing drawing&#10;&#10;Description automatically generated">
            <a:extLst>
              <a:ext uri="{FF2B5EF4-FFF2-40B4-BE49-F238E27FC236}">
                <a16:creationId xmlns:a16="http://schemas.microsoft.com/office/drawing/2014/main" id="{BCCF2CA0-CCE3-4304-8F31-4D1CC50BCBD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4000" y="5511600"/>
            <a:ext cx="2242800" cy="397959"/>
          </a:xfrm>
          <a:prstGeom prst="rect">
            <a:avLst/>
          </a:prstGeom>
        </p:spPr>
      </p:pic>
    </p:spTree>
    <p:extLst>
      <p:ext uri="{BB962C8B-B14F-4D97-AF65-F5344CB8AC3E}">
        <p14:creationId xmlns:p14="http://schemas.microsoft.com/office/powerpoint/2010/main" val="1713616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p:bg>
      <p:bgPr>
        <a:solidFill>
          <a:schemeClr val="bg1"/>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2C6B9F5-608F-4534-96F0-C3A5E1A638A6}"/>
              </a:ext>
            </a:extLst>
          </p:cNvPr>
          <p:cNvSpPr>
            <a:spLocks noGrp="1"/>
          </p:cNvSpPr>
          <p:nvPr>
            <p:ph type="subTitle" idx="1"/>
          </p:nvPr>
        </p:nvSpPr>
        <p:spPr>
          <a:xfrm>
            <a:off x="954000" y="1890000"/>
            <a:ext cx="7200000" cy="360000"/>
          </a:xfrm>
        </p:spPr>
        <p:txBody>
          <a:bodyPr lIns="0" tIns="0" rIns="0" bIns="0">
            <a:noAutofit/>
          </a:bodyPr>
          <a:lstStyle>
            <a:lvl1pPr marL="0" indent="0" algn="l">
              <a:buNone/>
              <a:defRPr sz="3600" b="1" kern="3000" spc="-1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5" name="Footer Placeholder 4">
            <a:extLst>
              <a:ext uri="{FF2B5EF4-FFF2-40B4-BE49-F238E27FC236}">
                <a16:creationId xmlns:a16="http://schemas.microsoft.com/office/drawing/2014/main" id="{0540E7B9-9AC6-4E42-A931-6FF91E6494A1}"/>
              </a:ext>
            </a:extLst>
          </p:cNvPr>
          <p:cNvSpPr>
            <a:spLocks noGrp="1"/>
          </p:cNvSpPr>
          <p:nvPr>
            <p:ph type="ftr" sz="quarter" idx="11"/>
          </p:nvPr>
        </p:nvSpPr>
        <p:spPr>
          <a:xfrm>
            <a:off x="965289" y="791022"/>
            <a:ext cx="7176911" cy="230832"/>
          </a:xfrm>
        </p:spPr>
        <p:txBody>
          <a:bodyPr>
            <a:noAutofit/>
          </a:bodyPr>
          <a:lstStyle>
            <a:lvl1pPr>
              <a:defRPr>
                <a:solidFill>
                  <a:srgbClr val="8F9898"/>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FB16D645-6420-4785-8316-43EF780FA589}"/>
              </a:ext>
            </a:extLst>
          </p:cNvPr>
          <p:cNvSpPr>
            <a:spLocks noGrp="1"/>
          </p:cNvSpPr>
          <p:nvPr>
            <p:ph type="sldNum" sz="quarter" idx="12"/>
          </p:nvPr>
        </p:nvSpPr>
        <p:spPr>
          <a:xfrm>
            <a:off x="10616400" y="791022"/>
            <a:ext cx="622800" cy="230832"/>
          </a:xfrm>
        </p:spPr>
        <p:txBody>
          <a:bodyPr wrap="square">
            <a:noAutofit/>
          </a:bodyPr>
          <a:lstStyle>
            <a:lvl1pPr>
              <a:defRPr>
                <a:solidFill>
                  <a:srgbClr val="8F9898"/>
                </a:solidFill>
              </a:defRPr>
            </a:lvl1pPr>
          </a:lstStyle>
          <a:p>
            <a:fld id="{E4D355CA-84B7-41B1-B164-8BB439CC7C6B}" type="slidenum">
              <a:rPr lang="en-GB" smtClean="0"/>
              <a:pPr/>
              <a:t>‹#›</a:t>
            </a:fld>
            <a:endParaRPr lang="en-GB"/>
          </a:p>
        </p:txBody>
      </p:sp>
      <p:sp>
        <p:nvSpPr>
          <p:cNvPr id="9" name="Title 1">
            <a:extLst>
              <a:ext uri="{FF2B5EF4-FFF2-40B4-BE49-F238E27FC236}">
                <a16:creationId xmlns:a16="http://schemas.microsoft.com/office/drawing/2014/main" id="{E9449821-0D0D-644D-97A3-D56097A9C6DA}"/>
              </a:ext>
            </a:extLst>
          </p:cNvPr>
          <p:cNvSpPr>
            <a:spLocks noGrp="1"/>
          </p:cNvSpPr>
          <p:nvPr>
            <p:ph type="ctrTitle" hasCustomPrompt="1"/>
          </p:nvPr>
        </p:nvSpPr>
        <p:spPr>
          <a:xfrm>
            <a:off x="953999" y="2579715"/>
            <a:ext cx="10031157" cy="2160000"/>
          </a:xfrm>
        </p:spPr>
        <p:txBody>
          <a:bodyPr anchor="t" anchorCtr="0">
            <a:normAutofit/>
          </a:bodyPr>
          <a:lstStyle>
            <a:lvl1pPr algn="l">
              <a:lnSpc>
                <a:spcPts val="8000"/>
              </a:lnSpc>
              <a:defRPr sz="7500" b="1" kern="3000" spc="-200" baseline="0">
                <a:solidFill>
                  <a:schemeClr val="tx1"/>
                </a:solidFill>
              </a:defRPr>
            </a:lvl1pPr>
          </a:lstStyle>
          <a:p>
            <a:r>
              <a:rPr lang="en-US"/>
              <a:t>Click to edit master title</a:t>
            </a:r>
            <a:endParaRPr lang="en-GB"/>
          </a:p>
        </p:txBody>
      </p:sp>
      <p:sp>
        <p:nvSpPr>
          <p:cNvPr id="10" name="Rectangle 9">
            <a:extLst>
              <a:ext uri="{FF2B5EF4-FFF2-40B4-BE49-F238E27FC236}">
                <a16:creationId xmlns:a16="http://schemas.microsoft.com/office/drawing/2014/main" id="{44F6EB17-8019-7B4E-B53C-76B057A7C31F}"/>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pic>
        <p:nvPicPr>
          <p:cNvPr id="11" name="Picture 10">
            <a:extLst>
              <a:ext uri="{FF2B5EF4-FFF2-40B4-BE49-F238E27FC236}">
                <a16:creationId xmlns:a16="http://schemas.microsoft.com/office/drawing/2014/main" id="{0503EF50-F00F-9643-BE53-F0A5272FC4B2}"/>
              </a:ext>
            </a:extLst>
          </p:cNvPr>
          <p:cNvPicPr>
            <a:picLocks noChangeAspect="1"/>
          </p:cNvPicPr>
          <p:nvPr userDrawn="1"/>
        </p:nvPicPr>
        <p:blipFill>
          <a:blip r:embed="rId2"/>
          <a:stretch>
            <a:fillRect/>
          </a:stretch>
        </p:blipFill>
        <p:spPr>
          <a:xfrm>
            <a:off x="953998" y="5517266"/>
            <a:ext cx="2244881" cy="396903"/>
          </a:xfrm>
          <a:prstGeom prst="rect">
            <a:avLst/>
          </a:prstGeom>
        </p:spPr>
      </p:pic>
    </p:spTree>
    <p:extLst>
      <p:ext uri="{BB962C8B-B14F-4D97-AF65-F5344CB8AC3E}">
        <p14:creationId xmlns:p14="http://schemas.microsoft.com/office/powerpoint/2010/main" val="41082078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and 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81FBDFA-876B-4255-A301-F62F1EDD8D66}"/>
              </a:ext>
            </a:extLst>
          </p:cNvPr>
          <p:cNvSpPr>
            <a:spLocks noGrp="1"/>
          </p:cNvSpPr>
          <p:nvPr>
            <p:ph sz="half" idx="1" hasCustomPrompt="1"/>
          </p:nvPr>
        </p:nvSpPr>
        <p:spPr>
          <a:xfrm>
            <a:off x="973668" y="2717444"/>
            <a:ext cx="4903200"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lvl="0"/>
            <a:r>
              <a:rPr lang="en-GB"/>
              <a:t>Add Text</a:t>
            </a:r>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6336000" y="2717444"/>
            <a:ext cx="4456800" cy="3175200"/>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dirty="0" smtClean="0">
                <a:solidFill>
                  <a:srgbClr val="203232"/>
                </a:solidFill>
              </a:defRPr>
            </a:lvl1pPr>
            <a:lvl2pPr>
              <a:defRPr lang="en-US" dirty="0" smtClean="0"/>
            </a:lvl2pPr>
            <a:lvl3pPr>
              <a:defRPr lang="en-GB" dirty="0"/>
            </a:lvl3pPr>
            <a:lvl4pPr>
              <a:defRPr/>
            </a:lvl4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62A19DAE-53D8-4F04-A4B9-B6EDFC23886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accent1"/>
              </a:solidFill>
            </a:endParaRPr>
          </a:p>
        </p:txBody>
      </p:sp>
    </p:spTree>
    <p:extLst>
      <p:ext uri="{BB962C8B-B14F-4D97-AF65-F5344CB8AC3E}">
        <p14:creationId xmlns:p14="http://schemas.microsoft.com/office/powerpoint/2010/main" val="1288463762"/>
      </p:ext>
    </p:extLst>
  </p:cSld>
  <p:clrMapOvr>
    <a:masterClrMapping/>
  </p:clrMapOvr>
  <p:extLst>
    <p:ext uri="{DCECCB84-F9BA-43D5-87BE-67443E8EF086}">
      <p15:sldGuideLst xmlns:p15="http://schemas.microsoft.com/office/powerpoint/2012/main">
        <p15:guide id="2" pos="6805" userDrawn="1">
          <p15:clr>
            <a:srgbClr val="FBAE40"/>
          </p15:clr>
        </p15:guide>
        <p15:guide id="3" pos="3989" userDrawn="1">
          <p15:clr>
            <a:srgbClr val="FBAE40"/>
          </p15:clr>
        </p15:guide>
        <p15:guide id="4" pos="3705"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2717600"/>
            <a:ext cx="10251722" cy="31752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21322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Lar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70B5-BA04-4DB3-853D-A1C05ADF828C}"/>
              </a:ext>
            </a:extLst>
          </p:cNvPr>
          <p:cNvSpPr>
            <a:spLocks noGrp="1"/>
          </p:cNvSpPr>
          <p:nvPr>
            <p:ph type="title" hasCustomPrompt="1"/>
          </p:nvPr>
        </p:nvSpPr>
        <p:spPr>
          <a:xfrm>
            <a:off x="954000" y="775255"/>
            <a:ext cx="7361569" cy="365125"/>
          </a:xfrm>
        </p:spPr>
        <p:txBody>
          <a:bodyPr/>
          <a:lstStyle/>
          <a:p>
            <a:r>
              <a:rPr lang="en-US"/>
              <a:t>Click to add title.</a:t>
            </a:r>
            <a:endParaRPr lang="en-GB"/>
          </a:p>
        </p:txBody>
      </p:sp>
      <p:sp>
        <p:nvSpPr>
          <p:cNvPr id="3" name="Content Placeholder 2">
            <a:extLst>
              <a:ext uri="{FF2B5EF4-FFF2-40B4-BE49-F238E27FC236}">
                <a16:creationId xmlns:a16="http://schemas.microsoft.com/office/drawing/2014/main" id="{70440712-862D-4568-80A4-86117B896766}"/>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055730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Large blue">
    <p:bg>
      <p:bgPr>
        <a:solidFill>
          <a:schemeClr val="accent1"/>
        </a:solidFill>
        <a:effectLst/>
      </p:bgPr>
    </p:bg>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lvl1pPr>
              <a:defRPr>
                <a:solidFill>
                  <a:schemeClr val="bg1"/>
                </a:solidFill>
              </a:defRPr>
            </a:lvl1pPr>
          </a:lstStyle>
          <a:p>
            <a:fld id="{E4D355CA-84B7-41B1-B164-8BB439CC7C6B}" type="slidenum">
              <a:rPr lang="en-GB" smtClean="0"/>
              <a:pPr/>
              <a:t>‹#›</a:t>
            </a:fld>
            <a:endParaRPr lang="en-GB"/>
          </a:p>
        </p:txBody>
      </p:sp>
      <p:sp>
        <p:nvSpPr>
          <p:cNvPr id="8" name="Content Placeholder 2">
            <a:extLst>
              <a:ext uri="{FF2B5EF4-FFF2-40B4-BE49-F238E27FC236}">
                <a16:creationId xmlns:a16="http://schemas.microsoft.com/office/drawing/2014/main" id="{B09D4C03-E8B1-644E-949B-F7AF91181833}"/>
              </a:ext>
            </a:extLst>
          </p:cNvPr>
          <p:cNvSpPr>
            <a:spLocks noGrp="1"/>
          </p:cNvSpPr>
          <p:nvPr>
            <p:ph idx="1" hasCustomPrompt="1"/>
          </p:nvPr>
        </p:nvSpPr>
        <p:spPr>
          <a:xfrm>
            <a:off x="970139" y="1367692"/>
            <a:ext cx="10251722" cy="4923693"/>
          </a:xfrm>
        </p:spPr>
        <p:txBody>
          <a:bodyPr vert="horz" lIns="0" tIns="0" rIns="0" bIns="0" rtlCol="0">
            <a:noAutofit/>
          </a:bodyPr>
          <a:lstStyle>
            <a:lvl1pPr>
              <a:defRPr lang="en-US" b="0" dirty="0" smtClean="0">
                <a:solidFill>
                  <a:schemeClr val="bg1"/>
                </a:solidFill>
              </a:defRPr>
            </a:lvl1pPr>
            <a:lvl2pPr>
              <a:defRPr lang="en-US" dirty="0" smtClean="0">
                <a:solidFill>
                  <a:schemeClr val="bg1"/>
                </a:solidFill>
              </a:defRPr>
            </a:lvl2pPr>
            <a:lvl3pPr>
              <a:defRPr lang="en-GB" dirty="0">
                <a:solidFill>
                  <a:schemeClr val="bg1"/>
                </a:solidFill>
              </a:defRPr>
            </a:lvl3pPr>
            <a:lvl4pPr>
              <a:defRPr>
                <a:solidFill>
                  <a:schemeClr val="bg1"/>
                </a:solidFill>
              </a:defRPr>
            </a:lvl4pPr>
            <a:lvl5pPr>
              <a:defRPr>
                <a:solidFill>
                  <a:schemeClr val="bg1"/>
                </a:solidFill>
              </a:defRPr>
            </a:lvl5pPr>
          </a:lstStyle>
          <a:p>
            <a:pPr lvl="0"/>
            <a:r>
              <a:rPr lang="en-US"/>
              <a:t>Add Text</a:t>
            </a:r>
            <a:endParaRPr lang="en-GB"/>
          </a:p>
        </p:txBody>
      </p:sp>
      <p:sp>
        <p:nvSpPr>
          <p:cNvPr id="5" name="Title 1">
            <a:extLst>
              <a:ext uri="{FF2B5EF4-FFF2-40B4-BE49-F238E27FC236}">
                <a16:creationId xmlns:a16="http://schemas.microsoft.com/office/drawing/2014/main" id="{02EDA17D-AAE6-954F-93C6-90B8D7B80BD1}"/>
              </a:ext>
            </a:extLst>
          </p:cNvPr>
          <p:cNvSpPr>
            <a:spLocks noGrp="1"/>
          </p:cNvSpPr>
          <p:nvPr>
            <p:ph type="title" hasCustomPrompt="1"/>
          </p:nvPr>
        </p:nvSpPr>
        <p:spPr>
          <a:xfrm>
            <a:off x="954000" y="775255"/>
            <a:ext cx="7361569" cy="365125"/>
          </a:xfrm>
        </p:spPr>
        <p:txBody>
          <a:bodyPr/>
          <a:lstStyle>
            <a:lvl1pPr>
              <a:defRPr>
                <a:solidFill>
                  <a:schemeClr val="bg1"/>
                </a:solidFill>
              </a:defRPr>
            </a:lvl1pPr>
          </a:lstStyle>
          <a:p>
            <a:r>
              <a:rPr lang="en-US"/>
              <a:t>Click to add title.</a:t>
            </a:r>
            <a:endParaRPr lang="en-GB"/>
          </a:p>
        </p:txBody>
      </p:sp>
    </p:spTree>
    <p:extLst>
      <p:ext uri="{BB962C8B-B14F-4D97-AF65-F5344CB8AC3E}">
        <p14:creationId xmlns:p14="http://schemas.microsoft.com/office/powerpoint/2010/main" val="1840620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 Image +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46F0C709-1F3D-4B13-A290-4041A33FB10E}"/>
              </a:ext>
            </a:extLst>
          </p:cNvPr>
          <p:cNvSpPr>
            <a:spLocks noGrp="1"/>
          </p:cNvSpPr>
          <p:nvPr>
            <p:ph sz="half" idx="2" hasCustomPrompt="1"/>
          </p:nvPr>
        </p:nvSpPr>
        <p:spPr>
          <a:xfrm>
            <a:off x="7835952" y="2728800"/>
            <a:ext cx="2959200"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GB" spc="-100" baseline="0" dirty="0"/>
            </a:lvl4pPr>
            <a:lvl5pPr>
              <a:defRPr spc="-100" baseline="0">
                <a:solidFill>
                  <a:schemeClr val="accent4"/>
                </a:solidFill>
              </a:defRPr>
            </a:lvl5pPr>
          </a:lstStyle>
          <a:p>
            <a:pPr lvl="0"/>
            <a:r>
              <a:rPr lang="en-GB" b="0"/>
              <a:t>Add Text</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10" name="Picture Placeholder 9">
            <a:extLst>
              <a:ext uri="{FF2B5EF4-FFF2-40B4-BE49-F238E27FC236}">
                <a16:creationId xmlns:a16="http://schemas.microsoft.com/office/drawing/2014/main" id="{874043F1-6F14-49BD-83CA-12B559ABC101}"/>
              </a:ext>
            </a:extLst>
          </p:cNvPr>
          <p:cNvSpPr>
            <a:spLocks noGrp="1"/>
          </p:cNvSpPr>
          <p:nvPr>
            <p:ph type="pic" sz="quarter" idx="13"/>
          </p:nvPr>
        </p:nvSpPr>
        <p:spPr>
          <a:xfrm>
            <a:off x="954088" y="2728913"/>
            <a:ext cx="6400800" cy="4129087"/>
          </a:xfrm>
        </p:spPr>
        <p:txBody>
          <a:bodyPr/>
          <a:lstStyle/>
          <a:p>
            <a:endParaRPr lang="en-GB"/>
          </a:p>
        </p:txBody>
      </p:sp>
      <p:sp>
        <p:nvSpPr>
          <p:cNvPr id="11" name="Rectangle 10">
            <a:extLst>
              <a:ext uri="{FF2B5EF4-FFF2-40B4-BE49-F238E27FC236}">
                <a16:creationId xmlns:a16="http://schemas.microsoft.com/office/drawing/2014/main" id="{4B51C537-0174-43E5-8B81-C80AF1D06831}"/>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534113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 Content + 2 Image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AFE49-0143-472F-897B-A7DAB87AB4E4}"/>
              </a:ext>
            </a:extLst>
          </p:cNvPr>
          <p:cNvSpPr>
            <a:spLocks noGrp="1"/>
          </p:cNvSpPr>
          <p:nvPr>
            <p:ph type="title"/>
          </p:nvPr>
        </p:nvSpPr>
        <p:spPr/>
        <p:txBody>
          <a:bodyPr/>
          <a:lstStyle/>
          <a:p>
            <a:r>
              <a:rPr lang="en-US"/>
              <a:t>Click to edit Master title style</a:t>
            </a:r>
            <a:endParaRPr lang="en-GB"/>
          </a:p>
        </p:txBody>
      </p:sp>
      <p:sp>
        <p:nvSpPr>
          <p:cNvPr id="6" name="Footer Placeholder 5">
            <a:extLst>
              <a:ext uri="{FF2B5EF4-FFF2-40B4-BE49-F238E27FC236}">
                <a16:creationId xmlns:a16="http://schemas.microsoft.com/office/drawing/2014/main" id="{60A8C9C5-E913-47B9-82DE-196768E6D657}"/>
              </a:ext>
            </a:extLst>
          </p:cNvPr>
          <p:cNvSpPr>
            <a:spLocks noGrp="1"/>
          </p:cNvSpPr>
          <p:nvPr>
            <p:ph type="ftr" sz="quarter" idx="11"/>
          </p:nvPr>
        </p:nvSpPr>
        <p:spPr/>
        <p:txBody>
          <a:bodyPr/>
          <a:lstStyle/>
          <a:p>
            <a:r>
              <a:rPr lang="en-GB"/>
              <a:t>PRESENTATION TITLE (ADD VIA INSERT, HEADER &amp; FOOTER)</a:t>
            </a:r>
          </a:p>
        </p:txBody>
      </p:sp>
      <p:sp>
        <p:nvSpPr>
          <p:cNvPr id="7" name="Slide Number Placeholder 6">
            <a:extLst>
              <a:ext uri="{FF2B5EF4-FFF2-40B4-BE49-F238E27FC236}">
                <a16:creationId xmlns:a16="http://schemas.microsoft.com/office/drawing/2014/main" id="{E1558F66-ECA3-4B00-A383-8D2B86217C93}"/>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8" name="Rectangle 7">
            <a:extLst>
              <a:ext uri="{FF2B5EF4-FFF2-40B4-BE49-F238E27FC236}">
                <a16:creationId xmlns:a16="http://schemas.microsoft.com/office/drawing/2014/main" id="{039FCF96-B7D6-4CCD-A4AE-46A67249D3BD}"/>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Content Placeholder 9">
            <a:extLst>
              <a:ext uri="{FF2B5EF4-FFF2-40B4-BE49-F238E27FC236}">
                <a16:creationId xmlns:a16="http://schemas.microsoft.com/office/drawing/2014/main" id="{741F3B7A-B2BF-40FC-8EB2-F1C37D316488}"/>
              </a:ext>
            </a:extLst>
          </p:cNvPr>
          <p:cNvSpPr>
            <a:spLocks noGrp="1"/>
          </p:cNvSpPr>
          <p:nvPr>
            <p:ph sz="quarter" idx="13" hasCustomPrompt="1"/>
          </p:nvPr>
        </p:nvSpPr>
        <p:spPr>
          <a:xfrm>
            <a:off x="953999"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9" name="Content Placeholder 9">
            <a:extLst>
              <a:ext uri="{FF2B5EF4-FFF2-40B4-BE49-F238E27FC236}">
                <a16:creationId xmlns:a16="http://schemas.microsoft.com/office/drawing/2014/main" id="{75B7A667-B99F-7A41-AAC3-ED24B9B1D92E}"/>
              </a:ext>
            </a:extLst>
          </p:cNvPr>
          <p:cNvSpPr>
            <a:spLocks noGrp="1"/>
          </p:cNvSpPr>
          <p:nvPr>
            <p:ph sz="quarter" idx="14" hasCustomPrompt="1"/>
          </p:nvPr>
        </p:nvSpPr>
        <p:spPr>
          <a:xfrm>
            <a:off x="8278804"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
        <p:nvSpPr>
          <p:cNvPr id="11" name="Content Placeholder 9">
            <a:extLst>
              <a:ext uri="{FF2B5EF4-FFF2-40B4-BE49-F238E27FC236}">
                <a16:creationId xmlns:a16="http://schemas.microsoft.com/office/drawing/2014/main" id="{93C1FF47-695D-B348-AF37-1ADF5736FA9E}"/>
              </a:ext>
            </a:extLst>
          </p:cNvPr>
          <p:cNvSpPr>
            <a:spLocks noGrp="1"/>
          </p:cNvSpPr>
          <p:nvPr>
            <p:ph sz="quarter" idx="15" hasCustomPrompt="1"/>
          </p:nvPr>
        </p:nvSpPr>
        <p:spPr>
          <a:xfrm>
            <a:off x="4613975" y="2728800"/>
            <a:ext cx="2959199" cy="3164000"/>
          </a:xfrm>
        </p:spPr>
        <p:txBody>
          <a:bodyPr vert="horz" lIns="0" tIns="0" rIns="0" bIns="0" rtlCol="0">
            <a:noAutofit/>
          </a:bodyPr>
          <a:lstStyle>
            <a:lvl1pPr>
              <a:defRPr lang="en-US" b="0" dirty="0" smtClean="0">
                <a:solidFill>
                  <a:srgbClr val="203232"/>
                </a:solidFill>
              </a:defRPr>
            </a:lvl1pPr>
            <a:lvl2pPr>
              <a:defRPr lang="en-US" dirty="0" smtClean="0"/>
            </a:lvl2pPr>
            <a:lvl3pPr>
              <a:defRPr lang="en-US" dirty="0" smtClean="0"/>
            </a:lvl3pPr>
            <a:lvl4pPr>
              <a:defRPr lang="en-US" dirty="0" smtClean="0"/>
            </a:lvl4pPr>
            <a:lvl5pPr>
              <a:defRPr lang="en-GB" dirty="0">
                <a:solidFill>
                  <a:schemeClr val="accent4"/>
                </a:solidFill>
              </a:defRPr>
            </a:lvl5pPr>
          </a:lstStyle>
          <a:p>
            <a:pPr lvl="0"/>
            <a:r>
              <a:rPr lang="en-GB" b="0"/>
              <a:t>Add Text</a:t>
            </a:r>
            <a:endParaRPr lang="en-GB"/>
          </a:p>
        </p:txBody>
      </p:sp>
    </p:spTree>
    <p:extLst>
      <p:ext uri="{BB962C8B-B14F-4D97-AF65-F5344CB8AC3E}">
        <p14:creationId xmlns:p14="http://schemas.microsoft.com/office/powerpoint/2010/main" val="8960471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ull Bleed Image">
    <p:bg>
      <p:bgPr>
        <a:solidFill>
          <a:schemeClr val="accent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A307C322-846C-9045-AD91-A93C82FC5AAF}"/>
              </a:ext>
            </a:extLst>
          </p:cNvPr>
          <p:cNvSpPr>
            <a:spLocks noGrp="1"/>
          </p:cNvSpPr>
          <p:nvPr>
            <p:ph type="pic" sz="quarter" idx="10" hasCustomPrompt="1"/>
          </p:nvPr>
        </p:nvSpPr>
        <p:spPr>
          <a:xfrm>
            <a:off x="0" y="0"/>
            <a:ext cx="12192000" cy="6858000"/>
          </a:xfrm>
        </p:spPr>
        <p:txBody>
          <a:bodyPr/>
          <a:lstStyle>
            <a:lvl1pPr>
              <a:defRPr>
                <a:solidFill>
                  <a:schemeClr val="bg1"/>
                </a:solidFill>
              </a:defRPr>
            </a:lvl1pPr>
          </a:lstStyle>
          <a:p>
            <a:r>
              <a:rPr lang="en-US"/>
              <a:t>Picture</a:t>
            </a:r>
          </a:p>
        </p:txBody>
      </p:sp>
    </p:spTree>
    <p:extLst>
      <p:ext uri="{BB962C8B-B14F-4D97-AF65-F5344CB8AC3E}">
        <p14:creationId xmlns:p14="http://schemas.microsoft.com/office/powerpoint/2010/main" val="292035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Video">
    <p:bg>
      <p:bgPr>
        <a:solidFill>
          <a:schemeClr val="accent1"/>
        </a:solidFill>
        <a:effectLst/>
      </p:bgPr>
    </p:bg>
    <p:spTree>
      <p:nvGrpSpPr>
        <p:cNvPr id="1" name=""/>
        <p:cNvGrpSpPr/>
        <p:nvPr/>
      </p:nvGrpSpPr>
      <p:grpSpPr>
        <a:xfrm>
          <a:off x="0" y="0"/>
          <a:ext cx="0" cy="0"/>
          <a:chOff x="0" y="0"/>
          <a:chExt cx="0" cy="0"/>
        </a:xfrm>
      </p:grpSpPr>
      <p:sp>
        <p:nvSpPr>
          <p:cNvPr id="9" name="Media Placeholder 8">
            <a:extLst>
              <a:ext uri="{FF2B5EF4-FFF2-40B4-BE49-F238E27FC236}">
                <a16:creationId xmlns:a16="http://schemas.microsoft.com/office/drawing/2014/main" id="{9ABCF9A5-761F-434B-BBB5-D788CB1E79D8}"/>
              </a:ext>
            </a:extLst>
          </p:cNvPr>
          <p:cNvSpPr>
            <a:spLocks noGrp="1"/>
          </p:cNvSpPr>
          <p:nvPr>
            <p:ph type="media" sz="quarter" idx="10"/>
          </p:nvPr>
        </p:nvSpPr>
        <p:spPr>
          <a:xfrm>
            <a:off x="140400" y="140400"/>
            <a:ext cx="11916000" cy="6580800"/>
          </a:xfrm>
          <a:solidFill>
            <a:schemeClr val="bg1"/>
          </a:solidFill>
        </p:spPr>
        <p:txBody>
          <a:bodyPr/>
          <a:lstStyle/>
          <a:p>
            <a:endParaRPr lang="en-GB"/>
          </a:p>
        </p:txBody>
      </p:sp>
    </p:spTree>
    <p:extLst>
      <p:ext uri="{BB962C8B-B14F-4D97-AF65-F5344CB8AC3E}">
        <p14:creationId xmlns:p14="http://schemas.microsoft.com/office/powerpoint/2010/main" val="3202809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cons and text">
    <p:bg>
      <p:bgPr>
        <a:solidFill>
          <a:schemeClr val="bg1"/>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962B6D5D-0892-4B4E-86D9-894852B1242C}"/>
              </a:ext>
            </a:extLst>
          </p:cNvPr>
          <p:cNvSpPr>
            <a:spLocks noGrp="1"/>
          </p:cNvSpPr>
          <p:nvPr>
            <p:ph type="ftr" sz="quarter" idx="11"/>
          </p:nvPr>
        </p:nvSpPr>
        <p:spPr/>
        <p:txBody>
          <a:bodyPr/>
          <a:lstStyle/>
          <a:p>
            <a:r>
              <a:rPr lang="en-GB"/>
              <a:t>PRESENTATION TITLE (ADD VIA INSERT, HEADER &amp; FOOTER)</a:t>
            </a:r>
          </a:p>
        </p:txBody>
      </p:sp>
      <p:sp>
        <p:nvSpPr>
          <p:cNvPr id="6" name="Slide Number Placeholder 5">
            <a:extLst>
              <a:ext uri="{FF2B5EF4-FFF2-40B4-BE49-F238E27FC236}">
                <a16:creationId xmlns:a16="http://schemas.microsoft.com/office/drawing/2014/main" id="{3B7428FC-C061-4730-9EA5-A52A00413991}"/>
              </a:ext>
            </a:extLst>
          </p:cNvPr>
          <p:cNvSpPr>
            <a:spLocks noGrp="1"/>
          </p:cNvSpPr>
          <p:nvPr>
            <p:ph type="sldNum" sz="quarter" idx="12"/>
          </p:nvPr>
        </p:nvSpPr>
        <p:spPr/>
        <p:txBody>
          <a:bodyPr/>
          <a:lstStyle/>
          <a:p>
            <a:fld id="{E4D355CA-84B7-41B1-B164-8BB439CC7C6B}" type="slidenum">
              <a:rPr lang="en-GB" smtClean="0"/>
              <a:pPr/>
              <a:t>‹#›</a:t>
            </a:fld>
            <a:endParaRPr lang="en-GB"/>
          </a:p>
        </p:txBody>
      </p:sp>
      <p:sp>
        <p:nvSpPr>
          <p:cNvPr id="7" name="Rectangle 6">
            <a:extLst>
              <a:ext uri="{FF2B5EF4-FFF2-40B4-BE49-F238E27FC236}">
                <a16:creationId xmlns:a16="http://schemas.microsoft.com/office/drawing/2014/main" id="{850AA271-B0BA-42CD-A544-17AAB1FA2EEA}"/>
              </a:ext>
            </a:extLst>
          </p:cNvPr>
          <p:cNvSpPr/>
          <p:nvPr userDrawn="1"/>
        </p:nvSpPr>
        <p:spPr>
          <a:xfrm>
            <a:off x="0" y="0"/>
            <a:ext cx="12192000" cy="140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Content Placeholder 2">
            <a:extLst>
              <a:ext uri="{FF2B5EF4-FFF2-40B4-BE49-F238E27FC236}">
                <a16:creationId xmlns:a16="http://schemas.microsoft.com/office/drawing/2014/main" id="{699880E3-4DE3-A642-9738-DF49DDCC9AC5}"/>
              </a:ext>
            </a:extLst>
          </p:cNvPr>
          <p:cNvSpPr>
            <a:spLocks noGrp="1"/>
          </p:cNvSpPr>
          <p:nvPr>
            <p:ph idx="18" hasCustomPrompt="1"/>
          </p:nvPr>
        </p:nvSpPr>
        <p:spPr>
          <a:xfrm>
            <a:off x="970139" y="4079342"/>
            <a:ext cx="3144661" cy="2252134"/>
          </a:xfrm>
        </p:spPr>
        <p:txBody>
          <a:bodyPr vert="horz" lIns="0" tIns="0" rIns="0" bIns="0" rtlCol="0">
            <a:noAutofit/>
          </a:bodyPr>
          <a:lstStyle>
            <a:lvl1pPr>
              <a:defRPr lang="en-US" b="0" dirty="0" smtClean="0">
                <a:solidFill>
                  <a:srgbClr val="203232"/>
                </a:solidFill>
              </a:defRPr>
            </a:lvl1pPr>
            <a:lvl2pPr>
              <a:defRPr lang="en-US" dirty="0" smtClean="0"/>
            </a:lvl2pPr>
            <a:lvl3pPr>
              <a:defRPr lang="en-GB" dirty="0"/>
            </a:lvl3pPr>
            <a:lvl5pPr>
              <a:defRPr>
                <a:solidFill>
                  <a:schemeClr val="accent4"/>
                </a:solidFill>
              </a:defRPr>
            </a:lvl5pPr>
          </a:lstStyle>
          <a:p>
            <a:pPr lvl="0"/>
            <a:r>
              <a:rPr lang="en-GB"/>
              <a:t>Add Text</a:t>
            </a:r>
          </a:p>
        </p:txBody>
      </p:sp>
      <p:sp>
        <p:nvSpPr>
          <p:cNvPr id="17" name="Content Placeholder 2">
            <a:extLst>
              <a:ext uri="{FF2B5EF4-FFF2-40B4-BE49-F238E27FC236}">
                <a16:creationId xmlns:a16="http://schemas.microsoft.com/office/drawing/2014/main" id="{CF37D495-D835-8E4B-A177-5E12F893DDCA}"/>
              </a:ext>
            </a:extLst>
          </p:cNvPr>
          <p:cNvSpPr>
            <a:spLocks noGrp="1"/>
          </p:cNvSpPr>
          <p:nvPr>
            <p:ph idx="19" hasCustomPrompt="1"/>
          </p:nvPr>
        </p:nvSpPr>
        <p:spPr>
          <a:xfrm>
            <a:off x="8077200"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endParaRPr lang="en-GB"/>
          </a:p>
        </p:txBody>
      </p:sp>
      <p:sp>
        <p:nvSpPr>
          <p:cNvPr id="18" name="Content Placeholder 2">
            <a:extLst>
              <a:ext uri="{FF2B5EF4-FFF2-40B4-BE49-F238E27FC236}">
                <a16:creationId xmlns:a16="http://schemas.microsoft.com/office/drawing/2014/main" id="{A6804C7E-983C-9246-90C0-AF8A0CE2CA84}"/>
              </a:ext>
            </a:extLst>
          </p:cNvPr>
          <p:cNvSpPr>
            <a:spLocks noGrp="1"/>
          </p:cNvSpPr>
          <p:nvPr>
            <p:ph idx="20" hasCustomPrompt="1"/>
          </p:nvPr>
        </p:nvSpPr>
        <p:spPr>
          <a:xfrm>
            <a:off x="4523669" y="4062209"/>
            <a:ext cx="3144661" cy="2252134"/>
          </a:xfrm>
        </p:spPr>
        <p:txBody>
          <a:bodyPr vert="horz" lIns="0" tIns="0" rIns="0" bIns="0" rtlCol="0">
            <a:noAutofit/>
          </a:bodyPr>
          <a:lstStyle>
            <a:lvl1pPr marL="0" marR="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lang="en-US" b="0">
                <a:solidFill>
                  <a:srgbClr val="203232"/>
                </a:solidFill>
              </a:defRPr>
            </a:lvl1pPr>
            <a:lvl2pPr>
              <a:defRPr lang="en-US" dirty="0" smtClean="0"/>
            </a:lvl2pPr>
            <a:lvl3pPr>
              <a:defRPr lang="en-GB" dirty="0"/>
            </a:lvl3pPr>
            <a:lvl5pPr>
              <a:defRPr>
                <a:solidFill>
                  <a:schemeClr val="accent4"/>
                </a:solidFill>
              </a:defRPr>
            </a:lvl5pPr>
          </a:lstStyle>
          <a:p>
            <a:pPr marL="0" marR="0" lvl="0" indent="0" algn="l" defTabSz="914400" rtl="0" eaLnBrk="1" fontAlgn="auto" latinLnBrk="0" hangingPunct="1">
              <a:lnSpc>
                <a:spcPts val="2880"/>
              </a:lnSpc>
              <a:spcBef>
                <a:spcPts val="0"/>
              </a:spcBef>
              <a:spcAft>
                <a:spcPts val="992"/>
              </a:spcAft>
              <a:buClrTx/>
              <a:buSzTx/>
              <a:buFont typeface="Arial" panose="020B0604020202020204" pitchFamily="34" charset="0"/>
              <a:buNone/>
              <a:tabLst/>
              <a:defRPr/>
            </a:pPr>
            <a:r>
              <a:rPr lang="en-GB"/>
              <a:t>Add </a:t>
            </a:r>
            <a:r>
              <a:rPr lang="en-US"/>
              <a:t>Text</a:t>
            </a:r>
          </a:p>
        </p:txBody>
      </p:sp>
      <p:sp>
        <p:nvSpPr>
          <p:cNvPr id="8" name="Picture Placeholder 7">
            <a:extLst>
              <a:ext uri="{FF2B5EF4-FFF2-40B4-BE49-F238E27FC236}">
                <a16:creationId xmlns:a16="http://schemas.microsoft.com/office/drawing/2014/main" id="{84410427-8F1D-7541-9C05-AFDD3531678D}"/>
              </a:ext>
            </a:extLst>
          </p:cNvPr>
          <p:cNvSpPr>
            <a:spLocks noGrp="1"/>
          </p:cNvSpPr>
          <p:nvPr>
            <p:ph type="pic" sz="quarter" idx="23"/>
          </p:nvPr>
        </p:nvSpPr>
        <p:spPr>
          <a:xfrm>
            <a:off x="1462175" y="1640942"/>
            <a:ext cx="2160587" cy="2160588"/>
          </a:xfrm>
        </p:spPr>
        <p:txBody>
          <a:bodyPr/>
          <a:lstStyle/>
          <a:p>
            <a:endParaRPr lang="en-US"/>
          </a:p>
        </p:txBody>
      </p:sp>
      <p:sp>
        <p:nvSpPr>
          <p:cNvPr id="20" name="Picture Placeholder 7">
            <a:extLst>
              <a:ext uri="{FF2B5EF4-FFF2-40B4-BE49-F238E27FC236}">
                <a16:creationId xmlns:a16="http://schemas.microsoft.com/office/drawing/2014/main" id="{8B7D5964-7A97-5742-8717-CCB747F84A08}"/>
              </a:ext>
            </a:extLst>
          </p:cNvPr>
          <p:cNvSpPr>
            <a:spLocks noGrp="1"/>
          </p:cNvSpPr>
          <p:nvPr>
            <p:ph type="pic" sz="quarter" idx="24"/>
          </p:nvPr>
        </p:nvSpPr>
        <p:spPr>
          <a:xfrm>
            <a:off x="5015705" y="1640942"/>
            <a:ext cx="2160587" cy="2160588"/>
          </a:xfrm>
        </p:spPr>
        <p:txBody>
          <a:bodyPr/>
          <a:lstStyle/>
          <a:p>
            <a:endParaRPr lang="en-US"/>
          </a:p>
        </p:txBody>
      </p:sp>
      <p:sp>
        <p:nvSpPr>
          <p:cNvPr id="21" name="Picture Placeholder 7">
            <a:extLst>
              <a:ext uri="{FF2B5EF4-FFF2-40B4-BE49-F238E27FC236}">
                <a16:creationId xmlns:a16="http://schemas.microsoft.com/office/drawing/2014/main" id="{344933FE-A401-A841-9AC3-B75285AA32D2}"/>
              </a:ext>
            </a:extLst>
          </p:cNvPr>
          <p:cNvSpPr>
            <a:spLocks noGrp="1"/>
          </p:cNvSpPr>
          <p:nvPr>
            <p:ph type="pic" sz="quarter" idx="25"/>
          </p:nvPr>
        </p:nvSpPr>
        <p:spPr>
          <a:xfrm>
            <a:off x="8569236" y="1640942"/>
            <a:ext cx="2160587" cy="2160588"/>
          </a:xfrm>
        </p:spPr>
        <p:txBody>
          <a:bodyPr/>
          <a:lstStyle/>
          <a:p>
            <a:endParaRPr lang="en-US"/>
          </a:p>
        </p:txBody>
      </p:sp>
    </p:spTree>
    <p:extLst>
      <p:ext uri="{BB962C8B-B14F-4D97-AF65-F5344CB8AC3E}">
        <p14:creationId xmlns:p14="http://schemas.microsoft.com/office/powerpoint/2010/main" val="36116316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End page">
    <p:bg>
      <p:bgPr>
        <a:solidFill>
          <a:schemeClr val="accent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E2CE188-32E7-4242-9E44-E8055FC030CC}"/>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954002" y="5511600"/>
            <a:ext cx="2242795" cy="397958"/>
          </a:xfrm>
          <a:prstGeom prst="rect">
            <a:avLst/>
          </a:prstGeom>
        </p:spPr>
      </p:pic>
      <p:sp>
        <p:nvSpPr>
          <p:cNvPr id="2" name="Title 1">
            <a:extLst>
              <a:ext uri="{FF2B5EF4-FFF2-40B4-BE49-F238E27FC236}">
                <a16:creationId xmlns:a16="http://schemas.microsoft.com/office/drawing/2014/main" id="{7381B53D-9933-445F-9B68-E730EB38A5A9}"/>
              </a:ext>
            </a:extLst>
          </p:cNvPr>
          <p:cNvSpPr>
            <a:spLocks noGrp="1"/>
          </p:cNvSpPr>
          <p:nvPr>
            <p:ph type="ctrTitle"/>
          </p:nvPr>
        </p:nvSpPr>
        <p:spPr>
          <a:xfrm>
            <a:off x="926844" y="1964352"/>
            <a:ext cx="11828559" cy="1051570"/>
          </a:xfrm>
        </p:spPr>
        <p:txBody>
          <a:bodyPr vert="horz" wrap="none" lIns="0" tIns="0" rIns="0" bIns="0" rtlCol="0" anchor="t" anchorCtr="0">
            <a:noAutofit/>
          </a:bodyPr>
          <a:lstStyle>
            <a:lvl1pPr>
              <a:lnSpc>
                <a:spcPct val="100000"/>
              </a:lnSpc>
              <a:defRPr lang="en-GB" sz="7386" spc="-300" baseline="0" dirty="0">
                <a:solidFill>
                  <a:schemeClr val="bg1"/>
                </a:solidFill>
              </a:defRPr>
            </a:lvl1pPr>
          </a:lstStyle>
          <a:p>
            <a:pPr lvl="0">
              <a:lnSpc>
                <a:spcPts val="8186"/>
              </a:lnSpc>
            </a:pPr>
            <a:r>
              <a:rPr lang="en-US"/>
              <a:t>Click to edit Master title style</a:t>
            </a:r>
            <a:endParaRPr lang="en-GB"/>
          </a:p>
        </p:txBody>
      </p:sp>
      <p:sp>
        <p:nvSpPr>
          <p:cNvPr id="5" name="Footer Placeholder 4">
            <a:extLst>
              <a:ext uri="{FF2B5EF4-FFF2-40B4-BE49-F238E27FC236}">
                <a16:creationId xmlns:a16="http://schemas.microsoft.com/office/drawing/2014/main" id="{CA2BE80A-BFEC-E24A-B510-73A571F1F04F}"/>
              </a:ext>
            </a:extLst>
          </p:cNvPr>
          <p:cNvSpPr>
            <a:spLocks noGrp="1"/>
          </p:cNvSpPr>
          <p:nvPr>
            <p:ph type="ftr" sz="quarter" idx="11"/>
          </p:nvPr>
        </p:nvSpPr>
        <p:spPr>
          <a:xfrm>
            <a:off x="965289" y="779733"/>
            <a:ext cx="7176911" cy="230832"/>
          </a:xfrm>
        </p:spPr>
        <p:txBody>
          <a:bodyPr>
            <a:noAutofit/>
          </a:bodyPr>
          <a:lstStyle>
            <a:lvl1pPr>
              <a:defRPr>
                <a:solidFill>
                  <a:schemeClr val="bg1"/>
                </a:solidFill>
              </a:defRPr>
            </a:lvl1pPr>
          </a:lstStyle>
          <a:p>
            <a:r>
              <a:rPr lang="en-GB"/>
              <a:t>PRESENTATION TITLE (ADD VIA INSERT, HEADER &amp; FOOTER)</a:t>
            </a:r>
            <a:endParaRPr lang="en-GB">
              <a:solidFill>
                <a:schemeClr val="bg1"/>
              </a:solidFill>
            </a:endParaRPr>
          </a:p>
        </p:txBody>
      </p:sp>
      <p:sp>
        <p:nvSpPr>
          <p:cNvPr id="6" name="Slide Number Placeholder 5">
            <a:extLst>
              <a:ext uri="{FF2B5EF4-FFF2-40B4-BE49-F238E27FC236}">
                <a16:creationId xmlns:a16="http://schemas.microsoft.com/office/drawing/2014/main" id="{8E5B25B4-144A-5B4A-8EAD-2022412DF2F1}"/>
              </a:ext>
            </a:extLst>
          </p:cNvPr>
          <p:cNvSpPr>
            <a:spLocks noGrp="1"/>
          </p:cNvSpPr>
          <p:nvPr>
            <p:ph type="sldNum" sz="quarter" idx="12"/>
          </p:nvPr>
        </p:nvSpPr>
        <p:spPr>
          <a:xfrm>
            <a:off x="10616400" y="779733"/>
            <a:ext cx="622800" cy="230832"/>
          </a:xfrm>
        </p:spPr>
        <p:txBody>
          <a:bodyPr wrap="square">
            <a:noAutofit/>
          </a:bodyPr>
          <a:lstStyle>
            <a:lvl1pPr>
              <a:defRPr>
                <a:solidFill>
                  <a:schemeClr val="bg1"/>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862170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1A62CF-E2B4-496D-829D-DCE37260977D}"/>
              </a:ext>
            </a:extLst>
          </p:cNvPr>
          <p:cNvSpPr>
            <a:spLocks noGrp="1"/>
          </p:cNvSpPr>
          <p:nvPr>
            <p:ph type="title"/>
          </p:nvPr>
        </p:nvSpPr>
        <p:spPr>
          <a:xfrm>
            <a:off x="954000" y="1890000"/>
            <a:ext cx="10279150" cy="365125"/>
          </a:xfrm>
          <a:prstGeom prst="rect">
            <a:avLst/>
          </a:prstGeom>
        </p:spPr>
        <p:txBody>
          <a:bodyPr vert="horz" lIns="0" tIns="0" rIns="0" bIns="0" rtlCol="0" anchor="t" anchorCtr="0">
            <a:no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FD84EF4-0E07-4BF3-A4AB-3E8632AA79AD}"/>
              </a:ext>
            </a:extLst>
          </p:cNvPr>
          <p:cNvSpPr>
            <a:spLocks noGrp="1"/>
          </p:cNvSpPr>
          <p:nvPr>
            <p:ph type="body" idx="1"/>
          </p:nvPr>
        </p:nvSpPr>
        <p:spPr>
          <a:xfrm>
            <a:off x="970139" y="2717600"/>
            <a:ext cx="10279150" cy="317520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GB"/>
              <a:t>Fourth level</a:t>
            </a:r>
          </a:p>
          <a:p>
            <a:pPr lvl="4"/>
            <a:r>
              <a:rPr lang="en-GB" b="1"/>
              <a:t>Fifth level</a:t>
            </a:r>
            <a:endParaRPr lang="en-GB"/>
          </a:p>
        </p:txBody>
      </p:sp>
      <p:sp>
        <p:nvSpPr>
          <p:cNvPr id="5" name="Footer Placeholder 4">
            <a:extLst>
              <a:ext uri="{FF2B5EF4-FFF2-40B4-BE49-F238E27FC236}">
                <a16:creationId xmlns:a16="http://schemas.microsoft.com/office/drawing/2014/main" id="{3B527A5D-B761-4C2F-97E6-5D8254424B8B}"/>
              </a:ext>
            </a:extLst>
          </p:cNvPr>
          <p:cNvSpPr>
            <a:spLocks noGrp="1"/>
          </p:cNvSpPr>
          <p:nvPr>
            <p:ph type="ftr" sz="quarter" idx="3"/>
          </p:nvPr>
        </p:nvSpPr>
        <p:spPr>
          <a:xfrm>
            <a:off x="970139" y="775255"/>
            <a:ext cx="7176911" cy="230832"/>
          </a:xfrm>
          <a:prstGeom prst="rect">
            <a:avLst/>
          </a:prstGeom>
        </p:spPr>
        <p:txBody>
          <a:bodyPr vert="horz" lIns="0" tIns="0" rIns="0" bIns="0" rtlCol="0" anchor="t" anchorCtr="0">
            <a:spAutoFit/>
          </a:bodyPr>
          <a:lstStyle>
            <a:lvl1pPr algn="l">
              <a:defRPr sz="1500">
                <a:solidFill>
                  <a:schemeClr val="tx1">
                    <a:tint val="75000"/>
                  </a:schemeClr>
                </a:solidFill>
              </a:defRPr>
            </a:lvl1pPr>
          </a:lstStyle>
          <a:p>
            <a:r>
              <a:rPr lang="en-GB"/>
              <a:t>PRESENTATION TITLE (ADD VIA INSERT, HEADER &amp; FOOTER)</a:t>
            </a:r>
          </a:p>
        </p:txBody>
      </p:sp>
      <p:sp>
        <p:nvSpPr>
          <p:cNvPr id="6" name="Slide Number Placeholder 5">
            <a:extLst>
              <a:ext uri="{FF2B5EF4-FFF2-40B4-BE49-F238E27FC236}">
                <a16:creationId xmlns:a16="http://schemas.microsoft.com/office/drawing/2014/main" id="{9CD661B1-4E4B-4F85-ACA3-C34023D70282}"/>
              </a:ext>
            </a:extLst>
          </p:cNvPr>
          <p:cNvSpPr>
            <a:spLocks noGrp="1"/>
          </p:cNvSpPr>
          <p:nvPr>
            <p:ph type="sldNum" sz="quarter" idx="4"/>
          </p:nvPr>
        </p:nvSpPr>
        <p:spPr>
          <a:xfrm>
            <a:off x="9821333" y="783355"/>
            <a:ext cx="1400528" cy="230832"/>
          </a:xfrm>
          <a:prstGeom prst="rect">
            <a:avLst/>
          </a:prstGeom>
        </p:spPr>
        <p:txBody>
          <a:bodyPr vert="horz" wrap="square" lIns="0" tIns="0" rIns="0" bIns="0" rtlCol="0" anchor="t" anchorCtr="0">
            <a:spAutoFit/>
          </a:bodyPr>
          <a:lstStyle>
            <a:lvl1pPr algn="r">
              <a:defRPr sz="1500" b="1">
                <a:solidFill>
                  <a:schemeClr val="tx1">
                    <a:tint val="75000"/>
                  </a:schemeClr>
                </a:solidFill>
              </a:defRPr>
            </a:lvl1pPr>
          </a:lstStyle>
          <a:p>
            <a:fld id="{E4D355CA-84B7-41B1-B164-8BB439CC7C6B}" type="slidenum">
              <a:rPr lang="en-GB" smtClean="0"/>
              <a:pPr/>
              <a:t>‹#›</a:t>
            </a:fld>
            <a:endParaRPr lang="en-GB"/>
          </a:p>
        </p:txBody>
      </p:sp>
    </p:spTree>
    <p:extLst>
      <p:ext uri="{BB962C8B-B14F-4D97-AF65-F5344CB8AC3E}">
        <p14:creationId xmlns:p14="http://schemas.microsoft.com/office/powerpoint/2010/main" val="1619008365"/>
      </p:ext>
    </p:extLst>
  </p:cSld>
  <p:clrMap bg1="lt1" tx1="dk1" bg2="lt2" tx2="dk2" accent1="accent1" accent2="accent2" accent3="accent3" accent4="accent4" accent5="accent5" accent6="accent6" hlink="hlink" folHlink="folHlink"/>
  <p:sldLayoutIdLst>
    <p:sldLayoutId id="2147483675" r:id="rId1"/>
    <p:sldLayoutId id="2147483663" r:id="rId2"/>
    <p:sldLayoutId id="2147483677" r:id="rId3"/>
    <p:sldLayoutId id="2147483652" r:id="rId4"/>
    <p:sldLayoutId id="2147483682" r:id="rId5"/>
    <p:sldLayoutId id="2147483721" r:id="rId6"/>
    <p:sldLayoutId id="2147483722" r:id="rId7"/>
    <p:sldLayoutId id="2147483684" r:id="rId8"/>
    <p:sldLayoutId id="2147483685" r:id="rId9"/>
    <p:sldLayoutId id="2147483686" r:id="rId10"/>
    <p:sldLayoutId id="2147483723" r:id="rId11"/>
    <p:sldLayoutId id="2147483706" r:id="rId12"/>
    <p:sldLayoutId id="2147483697" r:id="rId13"/>
  </p:sldLayoutIdLst>
  <p:hf hdr="0" dt="0"/>
  <p:txStyles>
    <p:titleStyle>
      <a:lvl1pPr algn="l" defTabSz="914400" rtl="0" eaLnBrk="1" latinLnBrk="0" hangingPunct="1">
        <a:lnSpc>
          <a:spcPts val="3600"/>
        </a:lnSpc>
        <a:spcBef>
          <a:spcPct val="0"/>
        </a:spcBef>
        <a:buNone/>
        <a:defRPr sz="3600" b="1" kern="2000" spc="-100" baseline="0">
          <a:solidFill>
            <a:srgbClr val="203232"/>
          </a:solidFill>
          <a:latin typeface="+mj-lt"/>
          <a:ea typeface="+mj-ea"/>
          <a:cs typeface="+mj-cs"/>
        </a:defRPr>
      </a:lvl1pPr>
    </p:titleStyle>
    <p:bodyStyle>
      <a:lvl1pPr marL="0" indent="0" algn="l" defTabSz="914400" rtl="0" eaLnBrk="1" latinLnBrk="0" hangingPunct="1">
        <a:lnSpc>
          <a:spcPts val="2880"/>
        </a:lnSpc>
        <a:spcBef>
          <a:spcPts val="0"/>
        </a:spcBef>
        <a:spcAft>
          <a:spcPts val="992"/>
        </a:spcAft>
        <a:buFont typeface="Arial" panose="020B0604020202020204" pitchFamily="34" charset="0"/>
        <a:buNone/>
        <a:defRPr sz="2400" b="1" kern="2000" spc="-100" baseline="0">
          <a:solidFill>
            <a:srgbClr val="203232"/>
          </a:solidFill>
          <a:latin typeface="+mn-lt"/>
          <a:ea typeface="+mn-ea"/>
          <a:cs typeface="+mn-cs"/>
        </a:defRPr>
      </a:lvl1pPr>
      <a:lvl2pPr marL="0" indent="0" algn="l" defTabSz="914400" rtl="0" eaLnBrk="1" latinLnBrk="0" hangingPunct="1">
        <a:lnSpc>
          <a:spcPts val="2880"/>
        </a:lnSpc>
        <a:spcBef>
          <a:spcPts val="0"/>
        </a:spcBef>
        <a:spcAft>
          <a:spcPts val="992"/>
        </a:spcAft>
        <a:buFont typeface="Arial" panose="020B0604020202020204" pitchFamily="34" charset="0"/>
        <a:buNone/>
        <a:defRPr sz="2400" kern="2000" spc="-100" baseline="0">
          <a:solidFill>
            <a:srgbClr val="203232"/>
          </a:solidFill>
          <a:latin typeface="+mn-lt"/>
          <a:ea typeface="+mn-ea"/>
          <a:cs typeface="+mn-cs"/>
        </a:defRPr>
      </a:lvl2pPr>
      <a:lvl3pPr marL="216000" indent="-216000" algn="l" defTabSz="914400" rtl="0" eaLnBrk="1" latinLnBrk="0" hangingPunct="1">
        <a:lnSpc>
          <a:spcPts val="2880"/>
        </a:lnSpc>
        <a:spcBef>
          <a:spcPts val="0"/>
        </a:spcBef>
        <a:spcAft>
          <a:spcPts val="992"/>
        </a:spcAft>
        <a:buFont typeface="Arial" panose="020B0604020202020204" pitchFamily="34" charset="0"/>
        <a:buChar char="■"/>
        <a:defRPr sz="2400" kern="2000" spc="-100" baseline="0">
          <a:solidFill>
            <a:srgbClr val="203232"/>
          </a:solidFill>
          <a:latin typeface="+mn-lt"/>
          <a:ea typeface="+mn-ea"/>
          <a:cs typeface="+mn-cs"/>
        </a:defRPr>
      </a:lvl3pPr>
      <a:lvl4pPr marL="0" indent="0" algn="l" defTabSz="914400" rtl="0" eaLnBrk="1" latinLnBrk="0" hangingPunct="1">
        <a:lnSpc>
          <a:spcPts val="2160"/>
        </a:lnSpc>
        <a:spcBef>
          <a:spcPts val="0"/>
        </a:spcBef>
        <a:buFont typeface="Arial" panose="020B0604020202020204" pitchFamily="34" charset="0"/>
        <a:buNone/>
        <a:defRPr sz="1800" kern="1200">
          <a:solidFill>
            <a:srgbClr val="203232"/>
          </a:solidFill>
          <a:latin typeface="+mn-lt"/>
          <a:ea typeface="+mn-ea"/>
          <a:cs typeface="+mn-cs"/>
        </a:defRPr>
      </a:lvl4pPr>
      <a:lvl5pPr marL="0" indent="0" algn="l" defTabSz="914400" rtl="0" eaLnBrk="1" latinLnBrk="0" hangingPunct="1">
        <a:lnSpc>
          <a:spcPts val="2160"/>
        </a:lnSpc>
        <a:spcBef>
          <a:spcPts val="0"/>
        </a:spcBef>
        <a:buFont typeface="Arial" panose="020B0604020202020204" pitchFamily="34" charset="0"/>
        <a:buNone/>
        <a:defRPr sz="1800" b="1" kern="1200">
          <a:solidFill>
            <a:srgbClr val="20323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4" pos="604" userDrawn="1">
          <p15:clr>
            <a:srgbClr val="F26B43"/>
          </p15:clr>
        </p15:guide>
        <p15:guide id="5" pos="7076" userDrawn="1">
          <p15:clr>
            <a:srgbClr val="F26B43"/>
          </p15:clr>
        </p15:guide>
        <p15:guide id="6" orient="horz" pos="2160" userDrawn="1">
          <p15:clr>
            <a:srgbClr val="F26B43"/>
          </p15:clr>
        </p15:guide>
        <p15:guide id="7" orient="horz" userDrawn="1">
          <p15:clr>
            <a:srgbClr val="F26B43"/>
          </p15:clr>
        </p15:guide>
        <p15:guide id="8" orient="horz" pos="604" userDrawn="1">
          <p15:clr>
            <a:srgbClr val="F26B43"/>
          </p15:clr>
        </p15:guide>
        <p15:guide id="10" orient="horz" pos="3712" userDrawn="1">
          <p15:clr>
            <a:srgbClr val="F26B43"/>
          </p15:clr>
        </p15:guide>
        <p15:guide id="11" orient="horz" pos="118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0AEE4-CC66-FE42-B0C3-2CC7AFD37D1C}"/>
              </a:ext>
            </a:extLst>
          </p:cNvPr>
          <p:cNvSpPr>
            <a:spLocks noGrp="1"/>
          </p:cNvSpPr>
          <p:nvPr>
            <p:ph type="ctrTitle"/>
          </p:nvPr>
        </p:nvSpPr>
        <p:spPr/>
        <p:txBody>
          <a:bodyPr>
            <a:normAutofit fontScale="90000"/>
          </a:bodyPr>
          <a:lstStyle/>
          <a:p>
            <a:r>
              <a:rPr lang="en-US"/>
              <a:t>Research Question – </a:t>
            </a:r>
            <a:br>
              <a:rPr lang="en-US"/>
            </a:br>
            <a:r>
              <a:rPr lang="en-US" sz="4000"/>
              <a:t>Tutorial Presentation for Feedback</a:t>
            </a:r>
            <a:br>
              <a:rPr lang="en-US" sz="4000"/>
            </a:br>
            <a:r>
              <a:rPr lang="en-US" sz="2200"/>
              <a:t>Date: 19 November 2025</a:t>
            </a:r>
            <a:br>
              <a:rPr lang="en-US" sz="8000"/>
            </a:br>
            <a:endParaRPr lang="en-US"/>
          </a:p>
        </p:txBody>
      </p:sp>
      <p:sp>
        <p:nvSpPr>
          <p:cNvPr id="3" name="Subtitle 2">
            <a:extLst>
              <a:ext uri="{FF2B5EF4-FFF2-40B4-BE49-F238E27FC236}">
                <a16:creationId xmlns:a16="http://schemas.microsoft.com/office/drawing/2014/main" id="{8275DA97-5166-7F4B-BC83-F50AC8BEDCD7}"/>
              </a:ext>
            </a:extLst>
          </p:cNvPr>
          <p:cNvSpPr>
            <a:spLocks noGrp="1"/>
          </p:cNvSpPr>
          <p:nvPr>
            <p:ph type="subTitle" idx="1"/>
          </p:nvPr>
        </p:nvSpPr>
        <p:spPr/>
        <p:txBody>
          <a:bodyPr/>
          <a:lstStyle/>
          <a:p>
            <a:r>
              <a:rPr lang="en-US" sz="2000"/>
              <a:t>Group Name: A-199                                                  Name of Student Presenting: Danial Zafa.</a:t>
            </a:r>
          </a:p>
        </p:txBody>
      </p:sp>
      <p:sp>
        <p:nvSpPr>
          <p:cNvPr id="4" name="Footer Placeholder 3">
            <a:extLst>
              <a:ext uri="{FF2B5EF4-FFF2-40B4-BE49-F238E27FC236}">
                <a16:creationId xmlns:a16="http://schemas.microsoft.com/office/drawing/2014/main" id="{6E7F4D14-5620-EC41-A86C-6CC3CFD691B4}"/>
              </a:ext>
            </a:extLst>
          </p:cNvPr>
          <p:cNvSpPr>
            <a:spLocks noGrp="1"/>
          </p:cNvSpPr>
          <p:nvPr>
            <p:ph type="ftr" sz="quarter" idx="11"/>
          </p:nvPr>
        </p:nvSpPr>
        <p:spPr>
          <a:xfrm>
            <a:off x="965289" y="274320"/>
            <a:ext cx="10455567" cy="736245"/>
          </a:xfrm>
        </p:spPr>
        <p:txBody>
          <a:bodyPr/>
          <a:lstStyle/>
          <a:p>
            <a:r>
              <a:rPr lang="en-GB"/>
              <a:t>7COM1079-2025  Student Group No: A-199                  </a:t>
            </a:r>
          </a:p>
        </p:txBody>
      </p:sp>
    </p:spTree>
    <p:extLst>
      <p:ext uri="{BB962C8B-B14F-4D97-AF65-F5344CB8AC3E}">
        <p14:creationId xmlns:p14="http://schemas.microsoft.com/office/powerpoint/2010/main" val="41485325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vert="horz" lIns="0" tIns="0" rIns="0" bIns="0" rtlCol="0" anchor="t">
            <a:noAutofit/>
          </a:bodyPr>
          <a:lstStyle/>
          <a:p>
            <a:pPr>
              <a:spcAft>
                <a:spcPts val="0"/>
              </a:spcAft>
            </a:pPr>
            <a:r>
              <a:rPr lang="en-GB">
                <a:solidFill>
                  <a:srgbClr val="203232"/>
                </a:solidFill>
                <a:cs typeface="Arial"/>
              </a:rPr>
              <a:t>Here is a sample of our dataset: </a:t>
            </a:r>
            <a:endParaRPr lang="en-GB" sz="1800">
              <a:solidFill>
                <a:srgbClr val="FF0000"/>
              </a:solidFill>
              <a:cs typeface="Aria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7COM1079-2025  Student Group No:  A-199</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1</a:t>
            </a:r>
            <a:endParaRPr lang="en-GB"/>
          </a:p>
        </p:txBody>
      </p:sp>
      <p:sp>
        <p:nvSpPr>
          <p:cNvPr id="8" name="Title 7">
            <a:extLst>
              <a:ext uri="{FF2B5EF4-FFF2-40B4-BE49-F238E27FC236}">
                <a16:creationId xmlns:a16="http://schemas.microsoft.com/office/drawing/2014/main" id="{6E140EA5-BB03-811F-4631-603A97631914}"/>
              </a:ext>
            </a:extLst>
          </p:cNvPr>
          <p:cNvSpPr>
            <a:spLocks noGrp="1"/>
          </p:cNvSpPr>
          <p:nvPr>
            <p:ph type="ctrTitle"/>
          </p:nvPr>
        </p:nvSpPr>
        <p:spPr>
          <a:xfrm>
            <a:off x="965289" y="1890914"/>
            <a:ext cx="9965844" cy="2649857"/>
          </a:xfrm>
        </p:spPr>
        <p:txBody>
          <a:bodyPr>
            <a:normAutofit/>
          </a:bodyPr>
          <a:lstStyle/>
          <a:p>
            <a:pPr>
              <a:lnSpc>
                <a:spcPts val="2880"/>
              </a:lnSpc>
              <a:spcBef>
                <a:spcPts val="0"/>
              </a:spcBef>
              <a:spcAft>
                <a:spcPts val="992"/>
              </a:spcAft>
            </a:pPr>
            <a:r>
              <a:rPr lang="en-GB" sz="1800" b="0" spc="0">
                <a:latin typeface="+mn-lt"/>
                <a:cs typeface="Arial"/>
              </a:rPr>
              <a:t>Our database represents the weather in the city of London from 1979 to 2020, which was provided by the Eurpean Climate Assessment(ECA). The </a:t>
            </a:r>
            <a:r>
              <a:rPr lang="en-GB" sz="1800" b="0" spc="0">
                <a:cs typeface="Arial"/>
              </a:rPr>
              <a:t>database has 10 columns and 15,341 Rows. We will use </a:t>
            </a:r>
            <a:r>
              <a:rPr lang="en-GB" sz="1800" b="0" spc="0">
                <a:highlight>
                  <a:srgbClr val="C0C0C0"/>
                </a:highlight>
                <a:latin typeface="Courier New" panose="02070309020205020404" pitchFamily="49" charset="0"/>
                <a:cs typeface="Courier New" panose="02070309020205020404" pitchFamily="49" charset="0"/>
              </a:rPr>
              <a:t>precipitation</a:t>
            </a:r>
            <a:r>
              <a:rPr lang="en-GB" sz="1800" b="0" spc="0">
                <a:cs typeface="Arial"/>
              </a:rPr>
              <a:t>(mm) and </a:t>
            </a:r>
            <a:r>
              <a:rPr lang="en-GB" sz="1800" b="0" spc="0">
                <a:highlight>
                  <a:srgbClr val="C0C0C0"/>
                </a:highlight>
                <a:latin typeface="Courier New" panose="02070309020205020404" pitchFamily="49" charset="0"/>
                <a:cs typeface="Courier New" panose="02070309020205020404" pitchFamily="49" charset="0"/>
              </a:rPr>
              <a:t>date</a:t>
            </a:r>
            <a:r>
              <a:rPr lang="en-GB" sz="1800" b="0" spc="0">
                <a:cs typeface="Arial"/>
              </a:rPr>
              <a:t> columns.</a:t>
            </a:r>
            <a:endParaRPr lang="en-US" sz="1800">
              <a:solidFill>
                <a:srgbClr val="FF0000"/>
              </a:solidFill>
              <a:latin typeface="+mn-lt"/>
              <a:cs typeface="Arial"/>
            </a:endParaRPr>
          </a:p>
        </p:txBody>
      </p:sp>
      <p:pic>
        <p:nvPicPr>
          <p:cNvPr id="10" name="Picture 9" descr="A white background with black text and numbers&#10;&#10;AI-generated content may be incorrect.">
            <a:extLst>
              <a:ext uri="{FF2B5EF4-FFF2-40B4-BE49-F238E27FC236}">
                <a16:creationId xmlns:a16="http://schemas.microsoft.com/office/drawing/2014/main" id="{086E223B-F7AA-88DE-ACCD-96150DBF28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4876" y="3321700"/>
            <a:ext cx="10653815" cy="1660506"/>
          </a:xfrm>
          <a:prstGeom prst="rect">
            <a:avLst/>
          </a:prstGeom>
        </p:spPr>
      </p:pic>
      <p:sp>
        <p:nvSpPr>
          <p:cNvPr id="13" name="Rounded Rectangle 12">
            <a:extLst>
              <a:ext uri="{FF2B5EF4-FFF2-40B4-BE49-F238E27FC236}">
                <a16:creationId xmlns:a16="http://schemas.microsoft.com/office/drawing/2014/main" id="{E4483C8D-7038-FF74-6D5D-2800D42899EB}"/>
              </a:ext>
            </a:extLst>
          </p:cNvPr>
          <p:cNvSpPr/>
          <p:nvPr/>
        </p:nvSpPr>
        <p:spPr>
          <a:xfrm>
            <a:off x="872358" y="3321700"/>
            <a:ext cx="893379" cy="1660506"/>
          </a:xfrm>
          <a:prstGeom prst="roundRect">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6290850E-7D37-1852-35A7-46336419F552}"/>
              </a:ext>
            </a:extLst>
          </p:cNvPr>
          <p:cNvSpPr/>
          <p:nvPr/>
        </p:nvSpPr>
        <p:spPr>
          <a:xfrm>
            <a:off x="8066689" y="3321700"/>
            <a:ext cx="1329559" cy="1660506"/>
          </a:xfrm>
          <a:prstGeom prst="roundRect">
            <a:avLst/>
          </a:prstGeom>
          <a:noFill/>
          <a:ln>
            <a:solidFill>
              <a:schemeClr val="accent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713092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7D9D8228-727F-1E46-B5AD-91D158B8255E}"/>
              </a:ext>
            </a:extLst>
          </p:cNvPr>
          <p:cNvSpPr>
            <a:spLocks noGrp="1"/>
          </p:cNvSpPr>
          <p:nvPr>
            <p:ph type="subTitle" idx="1"/>
          </p:nvPr>
        </p:nvSpPr>
        <p:spPr>
          <a:xfrm>
            <a:off x="965288" y="1285092"/>
            <a:ext cx="10110240" cy="588024"/>
          </a:xfrm>
        </p:spPr>
        <p:txBody>
          <a:bodyPr vert="horz" lIns="0" tIns="0" rIns="0" bIns="0" rtlCol="0" anchor="t">
            <a:noAutofit/>
          </a:bodyPr>
          <a:lstStyle/>
          <a:p>
            <a:r>
              <a:rPr lang="en-US"/>
              <a:t>Dataset </a:t>
            </a:r>
            <a:r>
              <a:rPr lang="en-US">
                <a:solidFill>
                  <a:srgbClr val="203232"/>
                </a:solidFill>
              </a:rPr>
              <a:t>ID DS134</a:t>
            </a:r>
            <a:r>
              <a:rPr lang="en-US" sz="2400">
                <a:solidFill>
                  <a:srgbClr val="FF0000"/>
                </a:solidFill>
              </a:rPr>
              <a:t> </a:t>
            </a:r>
            <a:endParaRPr lang="en-US">
              <a:solidFill>
                <a:srgbClr val="203232"/>
              </a:solidFill>
            </a:endParaRPr>
          </a:p>
        </p:txBody>
      </p:sp>
      <p:sp>
        <p:nvSpPr>
          <p:cNvPr id="3" name="Footer Placeholder 2">
            <a:extLst>
              <a:ext uri="{FF2B5EF4-FFF2-40B4-BE49-F238E27FC236}">
                <a16:creationId xmlns:a16="http://schemas.microsoft.com/office/drawing/2014/main" id="{00EBC183-8AA5-EC44-9987-D65F5C1892A1}"/>
              </a:ext>
            </a:extLst>
          </p:cNvPr>
          <p:cNvSpPr>
            <a:spLocks noGrp="1"/>
          </p:cNvSpPr>
          <p:nvPr>
            <p:ph type="ftr" sz="quarter" idx="11"/>
          </p:nvPr>
        </p:nvSpPr>
        <p:spPr>
          <a:xfrm>
            <a:off x="965288" y="791022"/>
            <a:ext cx="9129687" cy="230832"/>
          </a:xfrm>
        </p:spPr>
        <p:txBody>
          <a:bodyPr/>
          <a:lstStyle/>
          <a:p>
            <a:r>
              <a:rPr lang="en-GB"/>
              <a:t>7COM1079-2025  Student Group No: A-199                    Names of Student Group Attendees: Danial Zafa.</a:t>
            </a:r>
          </a:p>
        </p:txBody>
      </p:sp>
      <p:sp>
        <p:nvSpPr>
          <p:cNvPr id="4" name="Slide Number Placeholder 3">
            <a:extLst>
              <a:ext uri="{FF2B5EF4-FFF2-40B4-BE49-F238E27FC236}">
                <a16:creationId xmlns:a16="http://schemas.microsoft.com/office/drawing/2014/main" id="{CC9D9611-42EE-7840-81EE-DD6B1A99CD7B}"/>
              </a:ext>
            </a:extLst>
          </p:cNvPr>
          <p:cNvSpPr>
            <a:spLocks noGrp="1"/>
          </p:cNvSpPr>
          <p:nvPr>
            <p:ph type="sldNum" sz="quarter" idx="12"/>
          </p:nvPr>
        </p:nvSpPr>
        <p:spPr>
          <a:xfrm>
            <a:off x="10954512" y="555565"/>
            <a:ext cx="622800" cy="230832"/>
          </a:xfrm>
        </p:spPr>
        <p:txBody>
          <a:bodyPr/>
          <a:lstStyle/>
          <a:p>
            <a:r>
              <a:rPr lang="en-US"/>
              <a:t>2</a:t>
            </a:r>
            <a:endParaRPr lang="en-GB"/>
          </a:p>
        </p:txBody>
      </p:sp>
      <p:sp>
        <p:nvSpPr>
          <p:cNvPr id="5" name="Title 4">
            <a:extLst>
              <a:ext uri="{FF2B5EF4-FFF2-40B4-BE49-F238E27FC236}">
                <a16:creationId xmlns:a16="http://schemas.microsoft.com/office/drawing/2014/main" id="{B3FA3829-F12C-214D-8FBA-7E1A740F65CA}"/>
              </a:ext>
            </a:extLst>
          </p:cNvPr>
          <p:cNvSpPr>
            <a:spLocks noGrp="1"/>
          </p:cNvSpPr>
          <p:nvPr>
            <p:ph type="ctrTitle"/>
          </p:nvPr>
        </p:nvSpPr>
        <p:spPr>
          <a:xfrm>
            <a:off x="965288" y="2308657"/>
            <a:ext cx="10974945" cy="929281"/>
          </a:xfrm>
        </p:spPr>
        <p:txBody>
          <a:bodyPr>
            <a:noAutofit/>
          </a:bodyPr>
          <a:lstStyle/>
          <a:p>
            <a:pPr>
              <a:lnSpc>
                <a:spcPct val="100000"/>
              </a:lnSpc>
            </a:pPr>
            <a:r>
              <a:rPr lang="en-US" sz="1800" b="0" spc="0">
                <a:latin typeface="Arial" panose="020B0604020202020204" pitchFamily="34" charset="0"/>
                <a:cs typeface="Arial" panose="020B0604020202020204" pitchFamily="34" charset="0"/>
              </a:rPr>
              <a:t>This dataset is interesting to us because, as newcomers to the city, we want to scientifically compare the data behind London’s world-famous constant rains.</a:t>
            </a:r>
            <a:br>
              <a:rPr lang="en-US" sz="2400" b="0">
                <a:latin typeface="Calibri" panose="020F0502020204030204" pitchFamily="34" charset="0"/>
                <a:cs typeface="Calibri" panose="020F0502020204030204" pitchFamily="34" charset="0"/>
              </a:rPr>
            </a:br>
            <a:br>
              <a:rPr lang="en-US" sz="2400" b="0">
                <a:latin typeface="Calibri" panose="020F0502020204030204" pitchFamily="34" charset="0"/>
                <a:cs typeface="Calibri" panose="020F0502020204030204" pitchFamily="34" charset="0"/>
              </a:rPr>
            </a:br>
            <a:endParaRPr lang="en-US" sz="2400" b="0">
              <a:solidFill>
                <a:srgbClr val="FF0000"/>
              </a:solidFill>
              <a:latin typeface="Calibri"/>
              <a:cs typeface="Calibri"/>
            </a:endParaRPr>
          </a:p>
        </p:txBody>
      </p:sp>
      <p:sp>
        <p:nvSpPr>
          <p:cNvPr id="7" name="TextBox 6">
            <a:extLst>
              <a:ext uri="{FF2B5EF4-FFF2-40B4-BE49-F238E27FC236}">
                <a16:creationId xmlns:a16="http://schemas.microsoft.com/office/drawing/2014/main" id="{C6DD2984-9707-1D90-D131-42E743E94208}"/>
              </a:ext>
            </a:extLst>
          </p:cNvPr>
          <p:cNvSpPr txBox="1"/>
          <p:nvPr/>
        </p:nvSpPr>
        <p:spPr>
          <a:xfrm>
            <a:off x="830716" y="3654222"/>
            <a:ext cx="10746596" cy="338554"/>
          </a:xfrm>
          <a:prstGeom prst="rect">
            <a:avLst/>
          </a:prstGeom>
          <a:noFill/>
        </p:spPr>
        <p:txBody>
          <a:bodyPr wrap="none" rtlCol="0">
            <a:spAutoFit/>
          </a:bodyPr>
          <a:lstStyle/>
          <a:p>
            <a:r>
              <a:rPr lang="en-US" sz="1600" b="1"/>
              <a:t>Independent Variable: </a:t>
            </a:r>
            <a:r>
              <a:rPr lang="en-US" sz="1600">
                <a:highlight>
                  <a:srgbClr val="C0C0C0"/>
                </a:highlight>
                <a:latin typeface="Courier New" panose="02070309020205020404" pitchFamily="49" charset="0"/>
                <a:cs typeface="Courier New" panose="02070309020205020404" pitchFamily="49" charset="0"/>
              </a:rPr>
              <a:t>date</a:t>
            </a:r>
            <a:r>
              <a:rPr lang="en-US" sz="1600" b="1"/>
              <a:t> ==&gt; </a:t>
            </a:r>
            <a:r>
              <a:rPr lang="en-US" sz="1600">
                <a:highlight>
                  <a:srgbClr val="C0C0C0"/>
                </a:highlight>
                <a:latin typeface="Courier New" panose="02070309020205020404" pitchFamily="49" charset="0"/>
                <a:cs typeface="Courier New" panose="02070309020205020404" pitchFamily="49" charset="0"/>
              </a:rPr>
              <a:t>Season</a:t>
            </a:r>
            <a:r>
              <a:rPr lang="en-US" sz="1600" b="1"/>
              <a:t> (Nominal)         |         Dependent Variable: </a:t>
            </a:r>
            <a:r>
              <a:rPr lang="en-US" sz="1600">
                <a:highlight>
                  <a:srgbClr val="C0C0C0"/>
                </a:highlight>
                <a:latin typeface="Courier New" panose="02070309020205020404" pitchFamily="49" charset="0"/>
                <a:cs typeface="Courier New" panose="02070309020205020404" pitchFamily="49" charset="0"/>
              </a:rPr>
              <a:t>precipitation</a:t>
            </a:r>
            <a:r>
              <a:rPr lang="en-US" sz="1600" b="1"/>
              <a:t> (Interval)</a:t>
            </a:r>
          </a:p>
        </p:txBody>
      </p:sp>
    </p:spTree>
    <p:extLst>
      <p:ext uri="{BB962C8B-B14F-4D97-AF65-F5344CB8AC3E}">
        <p14:creationId xmlns:p14="http://schemas.microsoft.com/office/powerpoint/2010/main" val="171800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E3CD731-5ACF-B002-247D-243F6E2149EC}"/>
              </a:ext>
            </a:extLst>
          </p:cNvPr>
          <p:cNvSpPr>
            <a:spLocks noGrp="1"/>
          </p:cNvSpPr>
          <p:nvPr>
            <p:ph type="subTitle" idx="1"/>
          </p:nvPr>
        </p:nvSpPr>
        <p:spPr>
          <a:xfrm>
            <a:off x="965289" y="1147638"/>
            <a:ext cx="9753625" cy="230832"/>
          </a:xfrm>
        </p:spPr>
        <p:txBody>
          <a:bodyPr/>
          <a:lstStyle/>
          <a:p>
            <a:pPr>
              <a:spcAft>
                <a:spcPts val="0"/>
              </a:spcAft>
            </a:pPr>
            <a:r>
              <a:rPr lang="en-GB"/>
              <a:t>Our Research Question is</a:t>
            </a:r>
            <a:endParaRPr lang="en-GB" sz="1800">
              <a:solidFill>
                <a:srgbClr val="FF0000"/>
              </a:solidFill>
            </a:endParaRPr>
          </a:p>
        </p:txBody>
      </p:sp>
      <p:sp>
        <p:nvSpPr>
          <p:cNvPr id="3" name="Footer Placeholder 2">
            <a:extLst>
              <a:ext uri="{FF2B5EF4-FFF2-40B4-BE49-F238E27FC236}">
                <a16:creationId xmlns:a16="http://schemas.microsoft.com/office/drawing/2014/main" id="{3C4D431B-7665-75B0-2D73-5BD588DCB766}"/>
              </a:ext>
            </a:extLst>
          </p:cNvPr>
          <p:cNvSpPr>
            <a:spLocks noGrp="1"/>
          </p:cNvSpPr>
          <p:nvPr>
            <p:ph type="ftr" sz="quarter" idx="11"/>
          </p:nvPr>
        </p:nvSpPr>
        <p:spPr/>
        <p:txBody>
          <a:bodyPr/>
          <a:lstStyle/>
          <a:p>
            <a:r>
              <a:rPr lang="en-GB"/>
              <a:t>PRE 7COM1079-2025  Student Group No:  A-199</a:t>
            </a:r>
          </a:p>
        </p:txBody>
      </p:sp>
      <p:sp>
        <p:nvSpPr>
          <p:cNvPr id="4" name="Slide Number Placeholder 3">
            <a:extLst>
              <a:ext uri="{FF2B5EF4-FFF2-40B4-BE49-F238E27FC236}">
                <a16:creationId xmlns:a16="http://schemas.microsoft.com/office/drawing/2014/main" id="{1625FA15-B17F-387B-E383-5505647ABB89}"/>
              </a:ext>
            </a:extLst>
          </p:cNvPr>
          <p:cNvSpPr>
            <a:spLocks noGrp="1"/>
          </p:cNvSpPr>
          <p:nvPr>
            <p:ph type="sldNum" sz="quarter" idx="12"/>
          </p:nvPr>
        </p:nvSpPr>
        <p:spPr>
          <a:xfrm>
            <a:off x="10616400" y="791022"/>
            <a:ext cx="622800" cy="230832"/>
          </a:xfrm>
        </p:spPr>
        <p:txBody>
          <a:bodyPr/>
          <a:lstStyle/>
          <a:p>
            <a:r>
              <a:rPr lang="en-US"/>
              <a:t>3</a:t>
            </a:r>
            <a:endParaRPr lang="en-GB"/>
          </a:p>
        </p:txBody>
      </p:sp>
      <p:sp>
        <p:nvSpPr>
          <p:cNvPr id="5" name="Title 4">
            <a:extLst>
              <a:ext uri="{FF2B5EF4-FFF2-40B4-BE49-F238E27FC236}">
                <a16:creationId xmlns:a16="http://schemas.microsoft.com/office/drawing/2014/main" id="{3440DA25-F620-152B-DE9E-776F7B74DFF0}"/>
              </a:ext>
            </a:extLst>
          </p:cNvPr>
          <p:cNvSpPr>
            <a:spLocks noGrp="1"/>
          </p:cNvSpPr>
          <p:nvPr>
            <p:ph type="ctrTitle"/>
          </p:nvPr>
        </p:nvSpPr>
        <p:spPr>
          <a:xfrm>
            <a:off x="965288" y="1944884"/>
            <a:ext cx="10789710" cy="514112"/>
          </a:xfrm>
        </p:spPr>
        <p:txBody>
          <a:bodyPr>
            <a:noAutofit/>
          </a:bodyPr>
          <a:lstStyle/>
          <a:p>
            <a:pPr>
              <a:lnSpc>
                <a:spcPct val="100000"/>
              </a:lnSpc>
            </a:pPr>
            <a:r>
              <a:rPr lang="en-IE" sz="1800" b="0" spc="0">
                <a:latin typeface="Arial" panose="020B0604020202020204" pitchFamily="34" charset="0"/>
                <a:ea typeface="Calibri" panose="020F0502020204030204" pitchFamily="34" charset="0"/>
                <a:cs typeface="Arial" panose="020B0604020202020204" pitchFamily="34" charset="0"/>
              </a:rPr>
              <a:t>Is there a difference in the mean of daily </a:t>
            </a:r>
            <a:r>
              <a:rPr lang="en-IE" sz="1800" spc="0">
                <a:latin typeface="Arial" panose="020B0604020202020204" pitchFamily="34" charset="0"/>
                <a:ea typeface="Calibri" panose="020F0502020204030204" pitchFamily="34" charset="0"/>
                <a:cs typeface="Arial" panose="020B0604020202020204" pitchFamily="34" charset="0"/>
              </a:rPr>
              <a:t>precipitation</a:t>
            </a:r>
            <a:r>
              <a:rPr lang="en-IE" sz="1800" b="0" spc="0">
                <a:latin typeface="Arial" panose="020B0604020202020204" pitchFamily="34" charset="0"/>
                <a:ea typeface="Calibri" panose="020F0502020204030204" pitchFamily="34" charset="0"/>
                <a:cs typeface="Arial" panose="020B0604020202020204" pitchFamily="34" charset="0"/>
              </a:rPr>
              <a:t> among the </a:t>
            </a:r>
            <a:r>
              <a:rPr lang="en-IE" sz="1800" spc="0">
                <a:latin typeface="Arial" panose="020B0604020202020204" pitchFamily="34" charset="0"/>
                <a:ea typeface="Calibri" panose="020F0502020204030204" pitchFamily="34" charset="0"/>
                <a:cs typeface="Arial" panose="020B0604020202020204" pitchFamily="34" charset="0"/>
              </a:rPr>
              <a:t>seasons </a:t>
            </a:r>
            <a:r>
              <a:rPr lang="en-US" sz="1800" b="0" spc="0">
                <a:latin typeface="Arial" panose="020B0604020202020204" pitchFamily="34" charset="0"/>
                <a:ea typeface="Calibri" panose="020F0502020204030204" pitchFamily="34" charset="0"/>
                <a:cs typeface="Arial" panose="020B0604020202020204" pitchFamily="34" charset="0"/>
              </a:rPr>
              <a:t>in London from 1979 to 2020</a:t>
            </a:r>
            <a:r>
              <a:rPr lang="en-IE" sz="1800" b="0" spc="0">
                <a:latin typeface="Arial" panose="020B0604020202020204" pitchFamily="34" charset="0"/>
                <a:ea typeface="Calibri" panose="020F0502020204030204" pitchFamily="34" charset="0"/>
                <a:cs typeface="Arial" panose="020B0604020202020204" pitchFamily="34" charset="0"/>
              </a:rPr>
              <a:t>?</a:t>
            </a:r>
            <a:endParaRPr lang="en-GB" sz="1800" b="0" spc="0">
              <a:solidFill>
                <a:srgbClr val="FF0000"/>
              </a:solidFill>
              <a:latin typeface="Arial" panose="020B0604020202020204" pitchFamily="34" charset="0"/>
              <a:cs typeface="Arial" panose="020B0604020202020204" pitchFamily="34" charset="0"/>
            </a:endParaRPr>
          </a:p>
        </p:txBody>
      </p:sp>
      <p:sp>
        <p:nvSpPr>
          <p:cNvPr id="6" name="Subtitle 1">
            <a:extLst>
              <a:ext uri="{FF2B5EF4-FFF2-40B4-BE49-F238E27FC236}">
                <a16:creationId xmlns:a16="http://schemas.microsoft.com/office/drawing/2014/main" id="{28ACD5C1-E397-77DD-B851-CD0276A55D20}"/>
              </a:ext>
            </a:extLst>
          </p:cNvPr>
          <p:cNvSpPr txBox="1">
            <a:spLocks/>
          </p:cNvSpPr>
          <p:nvPr/>
        </p:nvSpPr>
        <p:spPr>
          <a:xfrm>
            <a:off x="965288" y="2917168"/>
            <a:ext cx="9753625" cy="230832"/>
          </a:xfrm>
          <a:prstGeom prst="rect">
            <a:avLst/>
          </a:prstGeom>
        </p:spPr>
        <p:txBody>
          <a:bodyPr vert="horz" lIns="0" tIns="0" rIns="0" bIns="0" rtlCol="0">
            <a:noAutofit/>
          </a:bodyPr>
          <a:lstStyle>
            <a:lvl1pPr marL="0" indent="0" algn="l" defTabSz="914400" rtl="0" eaLnBrk="1" latinLnBrk="0" hangingPunct="1">
              <a:lnSpc>
                <a:spcPts val="2880"/>
              </a:lnSpc>
              <a:spcBef>
                <a:spcPts val="0"/>
              </a:spcBef>
              <a:spcAft>
                <a:spcPts val="992"/>
              </a:spcAft>
              <a:buFont typeface="Arial" panose="020B0604020202020204" pitchFamily="34" charset="0"/>
              <a:buNone/>
              <a:defRPr sz="3600" b="1" kern="3000" spc="-100" baseline="0">
                <a:solidFill>
                  <a:schemeClr val="tx2"/>
                </a:solidFill>
                <a:latin typeface="+mn-lt"/>
                <a:ea typeface="+mn-ea"/>
                <a:cs typeface="+mn-cs"/>
              </a:defRPr>
            </a:lvl1pPr>
            <a:lvl2pPr marL="457200" indent="0" algn="ctr" defTabSz="914400" rtl="0" eaLnBrk="1" latinLnBrk="0" hangingPunct="1">
              <a:lnSpc>
                <a:spcPts val="2880"/>
              </a:lnSpc>
              <a:spcBef>
                <a:spcPts val="0"/>
              </a:spcBef>
              <a:spcAft>
                <a:spcPts val="992"/>
              </a:spcAft>
              <a:buFont typeface="Arial" panose="020B0604020202020204" pitchFamily="34" charset="0"/>
              <a:buNone/>
              <a:defRPr sz="2000" kern="2000" spc="-100" baseline="0">
                <a:solidFill>
                  <a:srgbClr val="203232"/>
                </a:solidFill>
                <a:latin typeface="+mn-lt"/>
                <a:ea typeface="+mn-ea"/>
                <a:cs typeface="+mn-cs"/>
              </a:defRPr>
            </a:lvl2pPr>
            <a:lvl3pPr marL="914400" indent="0" algn="ctr" defTabSz="914400" rtl="0" eaLnBrk="1" latinLnBrk="0" hangingPunct="1">
              <a:lnSpc>
                <a:spcPts val="2880"/>
              </a:lnSpc>
              <a:spcBef>
                <a:spcPts val="0"/>
              </a:spcBef>
              <a:spcAft>
                <a:spcPts val="992"/>
              </a:spcAft>
              <a:buFont typeface="Arial" panose="020B0604020202020204" pitchFamily="34" charset="0"/>
              <a:buNone/>
              <a:defRPr sz="1800" kern="2000" spc="-100" baseline="0">
                <a:solidFill>
                  <a:srgbClr val="203232"/>
                </a:solidFill>
                <a:latin typeface="+mn-lt"/>
                <a:ea typeface="+mn-ea"/>
                <a:cs typeface="+mn-cs"/>
              </a:defRPr>
            </a:lvl3pPr>
            <a:lvl4pPr marL="1371600" indent="0" algn="ctr" defTabSz="914400" rtl="0" eaLnBrk="1" latinLnBrk="0" hangingPunct="1">
              <a:lnSpc>
                <a:spcPts val="2160"/>
              </a:lnSpc>
              <a:spcBef>
                <a:spcPts val="0"/>
              </a:spcBef>
              <a:buFont typeface="Arial" panose="020B0604020202020204" pitchFamily="34" charset="0"/>
              <a:buNone/>
              <a:defRPr sz="1600" kern="1200">
                <a:solidFill>
                  <a:srgbClr val="203232"/>
                </a:solidFill>
                <a:latin typeface="+mn-lt"/>
                <a:ea typeface="+mn-ea"/>
                <a:cs typeface="+mn-cs"/>
              </a:defRPr>
            </a:lvl4pPr>
            <a:lvl5pPr marL="1828800" indent="0" algn="ctr" defTabSz="914400" rtl="0" eaLnBrk="1" latinLnBrk="0" hangingPunct="1">
              <a:lnSpc>
                <a:spcPts val="2160"/>
              </a:lnSpc>
              <a:spcBef>
                <a:spcPts val="0"/>
              </a:spcBef>
              <a:buFont typeface="Arial" panose="020B0604020202020204" pitchFamily="34" charset="0"/>
              <a:buNone/>
              <a:defRPr sz="1600" b="1" kern="1200">
                <a:solidFill>
                  <a:srgbClr val="203232"/>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0"/>
              </a:spcAft>
            </a:pPr>
            <a:r>
              <a:rPr lang="en-GB"/>
              <a:t>Our Research Hypotheses are</a:t>
            </a:r>
            <a:endParaRPr lang="en-GB" sz="1800">
              <a:solidFill>
                <a:srgbClr val="FF0000"/>
              </a:solidFill>
            </a:endParaRPr>
          </a:p>
        </p:txBody>
      </p:sp>
      <p:sp>
        <p:nvSpPr>
          <p:cNvPr id="14" name="Rectangle 4">
            <a:extLst>
              <a:ext uri="{FF2B5EF4-FFF2-40B4-BE49-F238E27FC236}">
                <a16:creationId xmlns:a16="http://schemas.microsoft.com/office/drawing/2014/main" id="{F24476E1-4B33-AF97-80E0-6074B944523A}"/>
              </a:ext>
            </a:extLst>
          </p:cNvPr>
          <p:cNvSpPr>
            <a:spLocks noChangeArrowheads="1"/>
          </p:cNvSpPr>
          <p:nvPr/>
        </p:nvSpPr>
        <p:spPr bwMode="auto">
          <a:xfrm>
            <a:off x="965288" y="3606172"/>
            <a:ext cx="9123010" cy="1554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ts val="130"/>
              </a:spcBef>
              <a:spcAft>
                <a:spcPts val="130"/>
              </a:spcAft>
              <a:buClrTx/>
              <a:buSzTx/>
              <a:tabLst/>
            </a:pPr>
            <a:r>
              <a:rPr kumimoji="0" lang="en-US" altLang="en-US" sz="1800" i="0" u="none" strike="noStrike" cap="none" normalizeH="0" baseline="0">
                <a:ln>
                  <a:noFill/>
                </a:ln>
                <a:solidFill>
                  <a:srgbClr val="000000"/>
                </a:solidFill>
                <a:effectLst/>
                <a:latin typeface="Arial" panose="020B0604020202020204" pitchFamily="34" charset="0"/>
              </a:rPr>
              <a:t>Null hypothesis (H</a:t>
            </a:r>
            <a:r>
              <a:rPr kumimoji="0" lang="en-US" altLang="en-US" sz="1800" i="0" u="none" strike="noStrike" cap="none" normalizeH="0" baseline="-25000">
                <a:ln>
                  <a:noFill/>
                </a:ln>
                <a:solidFill>
                  <a:srgbClr val="000000"/>
                </a:solidFill>
                <a:effectLst/>
                <a:latin typeface="Arial" panose="020B0604020202020204" pitchFamily="34" charset="0"/>
              </a:rPr>
              <a:t>0</a:t>
            </a:r>
            <a:r>
              <a:rPr kumimoji="0" lang="en-US" altLang="en-US" sz="1800" i="0" u="none" strike="noStrike" cap="none" normalizeH="0" baseline="0">
                <a:ln>
                  <a:noFill/>
                </a:ln>
                <a:solidFill>
                  <a:srgbClr val="000000"/>
                </a:solidFill>
                <a:effectLst/>
                <a:latin typeface="Arial" panose="020B0604020202020204" pitchFamily="34" charset="0"/>
              </a:rPr>
              <a:t>​): </a:t>
            </a:r>
          </a:p>
          <a:p>
            <a:pPr marL="0" marR="0" lvl="0" indent="0" algn="l" defTabSz="914400" rtl="0" eaLnBrk="0" fontAlgn="base" latinLnBrk="0" hangingPunct="0">
              <a:lnSpc>
                <a:spcPct val="100000"/>
              </a:lnSpc>
              <a:spcBef>
                <a:spcPts val="130"/>
              </a:spcBef>
              <a:spcAft>
                <a:spcPts val="130"/>
              </a:spcAft>
              <a:buClrTx/>
              <a:buSzTx/>
              <a:tabLst/>
            </a:pPr>
            <a:r>
              <a:rPr kumimoji="0" lang="en-US" altLang="en-US" sz="1800" b="0" i="0" u="none" strike="noStrike" cap="none" normalizeH="0" baseline="0">
                <a:ln>
                  <a:noFill/>
                </a:ln>
                <a:solidFill>
                  <a:srgbClr val="000000"/>
                </a:solidFill>
                <a:effectLst/>
                <a:latin typeface="Arial" panose="020B0604020202020204" pitchFamily="34" charset="0"/>
              </a:rPr>
              <a:t>There is </a:t>
            </a:r>
            <a:r>
              <a:rPr kumimoji="0" lang="en-US" altLang="en-US" sz="1800" b="1" i="0" u="none" strike="noStrike" cap="none" normalizeH="0" baseline="0">
                <a:ln>
                  <a:noFill/>
                </a:ln>
                <a:solidFill>
                  <a:srgbClr val="000000"/>
                </a:solidFill>
                <a:effectLst/>
                <a:latin typeface="Arial" panose="020B0604020202020204" pitchFamily="34" charset="0"/>
              </a:rPr>
              <a:t>no difference</a:t>
            </a:r>
            <a:r>
              <a:rPr kumimoji="0" lang="en-US" altLang="en-US" sz="1800" b="0" i="0" u="none" strike="noStrike" cap="none" normalizeH="0" baseline="0">
                <a:ln>
                  <a:noFill/>
                </a:ln>
                <a:solidFill>
                  <a:srgbClr val="000000"/>
                </a:solidFill>
                <a:effectLst/>
                <a:latin typeface="Arial" panose="020B0604020202020204" pitchFamily="34" charset="0"/>
              </a:rPr>
              <a:t> in the mean of daily precipitation among the seasons in London.</a:t>
            </a:r>
          </a:p>
          <a:p>
            <a:pPr marL="0" marR="0" lvl="0" indent="0" algn="l" defTabSz="914400" rtl="0" eaLnBrk="0" fontAlgn="base" latinLnBrk="0" hangingPunct="0">
              <a:lnSpc>
                <a:spcPct val="100000"/>
              </a:lnSpc>
              <a:spcBef>
                <a:spcPts val="130"/>
              </a:spcBef>
              <a:spcAft>
                <a:spcPts val="130"/>
              </a:spcAft>
              <a:buClrTx/>
              <a:buSzTx/>
              <a:tabLst/>
            </a:pPr>
            <a:br>
              <a:rPr kumimoji="0" lang="en-US" altLang="en-US" sz="1800" i="0" u="none" strike="noStrike" cap="none" normalizeH="0" baseline="0">
                <a:ln>
                  <a:noFill/>
                </a:ln>
                <a:solidFill>
                  <a:srgbClr val="000000"/>
                </a:solidFill>
                <a:effectLst/>
                <a:latin typeface="Arial" panose="020B0604020202020204" pitchFamily="34" charset="0"/>
              </a:rPr>
            </a:br>
            <a:r>
              <a:rPr kumimoji="0" lang="en-US" altLang="en-US" sz="1800" i="0" u="none" strike="noStrike" cap="none" normalizeH="0" baseline="0">
                <a:ln>
                  <a:noFill/>
                </a:ln>
                <a:solidFill>
                  <a:srgbClr val="000000"/>
                </a:solidFill>
                <a:effectLst/>
                <a:latin typeface="Arial" panose="020B0604020202020204" pitchFamily="34" charset="0"/>
              </a:rPr>
              <a:t>Alternative hypothesis (H</a:t>
            </a:r>
            <a:r>
              <a:rPr kumimoji="0" lang="en-US" altLang="en-US" sz="1800" i="0" u="none" strike="noStrike" cap="none" normalizeH="0" baseline="-25000">
                <a:ln>
                  <a:noFill/>
                </a:ln>
                <a:solidFill>
                  <a:srgbClr val="000000"/>
                </a:solidFill>
                <a:effectLst/>
                <a:latin typeface="Arial" panose="020B0604020202020204" pitchFamily="34" charset="0"/>
              </a:rPr>
              <a:t>1</a:t>
            </a:r>
            <a:r>
              <a:rPr kumimoji="0" lang="en-US" altLang="en-US" sz="1800" i="0" u="none" strike="noStrike" cap="none" normalizeH="0" baseline="0">
                <a:ln>
                  <a:noFill/>
                </a:ln>
                <a:solidFill>
                  <a:srgbClr val="000000"/>
                </a:solidFill>
                <a:effectLst/>
                <a:latin typeface="Arial" panose="020B0604020202020204" pitchFamily="34" charset="0"/>
              </a:rPr>
              <a:t>​): </a:t>
            </a:r>
          </a:p>
          <a:p>
            <a:pPr marL="0" marR="0" lvl="0" indent="0" algn="l" defTabSz="914400" rtl="0" eaLnBrk="0" fontAlgn="base" latinLnBrk="0" hangingPunct="0">
              <a:lnSpc>
                <a:spcPct val="100000"/>
              </a:lnSpc>
              <a:spcBef>
                <a:spcPts val="130"/>
              </a:spcBef>
              <a:spcAft>
                <a:spcPts val="130"/>
              </a:spcAft>
              <a:buClrTx/>
              <a:buSzTx/>
              <a:tabLst/>
            </a:pPr>
            <a:r>
              <a:rPr kumimoji="0" lang="en-US" altLang="en-US" sz="1800" b="0" i="0" u="none" strike="noStrike" cap="none" normalizeH="0" baseline="0">
                <a:ln>
                  <a:noFill/>
                </a:ln>
                <a:solidFill>
                  <a:srgbClr val="000000"/>
                </a:solidFill>
                <a:effectLst/>
                <a:latin typeface="Arial" panose="020B0604020202020204" pitchFamily="34" charset="0"/>
              </a:rPr>
              <a:t>There is </a:t>
            </a:r>
            <a:r>
              <a:rPr kumimoji="0" lang="en-US" altLang="en-US" sz="1800" b="1" i="0" u="none" strike="noStrike" cap="none" normalizeH="0" baseline="0">
                <a:ln>
                  <a:noFill/>
                </a:ln>
                <a:solidFill>
                  <a:srgbClr val="000000"/>
                </a:solidFill>
                <a:effectLst/>
                <a:latin typeface="Arial" panose="020B0604020202020204" pitchFamily="34" charset="0"/>
              </a:rPr>
              <a:t>a difference </a:t>
            </a:r>
            <a:r>
              <a:rPr kumimoji="0" lang="en-US" altLang="en-US" sz="1800" b="0" i="0" u="none" strike="noStrike" cap="none" normalizeH="0" baseline="0">
                <a:ln>
                  <a:noFill/>
                </a:ln>
                <a:solidFill>
                  <a:srgbClr val="000000"/>
                </a:solidFill>
                <a:effectLst/>
                <a:latin typeface="Arial" panose="020B0604020202020204" pitchFamily="34" charset="0"/>
              </a:rPr>
              <a:t>in the mean of daily precipitation among the seasons in London.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494612"/>
      </p:ext>
    </p:extLst>
  </p:cSld>
  <p:clrMapOvr>
    <a:masterClrMapping/>
  </p:clrMapOvr>
</p:sld>
</file>

<file path=ppt/theme/theme1.xml><?xml version="1.0" encoding="utf-8"?>
<a:theme xmlns:a="http://schemas.openxmlformats.org/drawingml/2006/main" name="Herts Theme">
  <a:themeElements>
    <a:clrScheme name="Custom 2">
      <a:dk1>
        <a:srgbClr val="203232"/>
      </a:dk1>
      <a:lt1>
        <a:srgbClr val="FFFFFF"/>
      </a:lt1>
      <a:dk2>
        <a:srgbClr val="203232"/>
      </a:dk2>
      <a:lt2>
        <a:srgbClr val="FFFFFF"/>
      </a:lt2>
      <a:accent1>
        <a:srgbClr val="9C5FB5"/>
      </a:accent1>
      <a:accent2>
        <a:srgbClr val="00B9E4"/>
      </a:accent2>
      <a:accent3>
        <a:srgbClr val="F53F5B"/>
      </a:accent3>
      <a:accent4>
        <a:srgbClr val="0073CF"/>
      </a:accent4>
      <a:accent5>
        <a:srgbClr val="45B382"/>
      </a:accent5>
      <a:accent6>
        <a:srgbClr val="FFCF20"/>
      </a:accent6>
      <a:hlink>
        <a:srgbClr val="0073CF"/>
      </a:hlink>
      <a:folHlink>
        <a:srgbClr val="9C5FB5"/>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6DBA85F447B164191BB36C258697B67" ma:contentTypeVersion="14" ma:contentTypeDescription="Create a new document." ma:contentTypeScope="" ma:versionID="ea511d05ca7f895fe9556935b5c9af34">
  <xsd:schema xmlns:xsd="http://www.w3.org/2001/XMLSchema" xmlns:xs="http://www.w3.org/2001/XMLSchema" xmlns:p="http://schemas.microsoft.com/office/2006/metadata/properties" xmlns:ns2="4ad138b4-2b68-4b70-945d-07f8f18b1c9a" xmlns:ns3="3c474641-ec36-472f-b125-6b1b0910eaa4" targetNamespace="http://schemas.microsoft.com/office/2006/metadata/properties" ma:root="true" ma:fieldsID="662270106d7a7e100bcac2c5f8d29899" ns2:_="" ns3:_="">
    <xsd:import namespace="4ad138b4-2b68-4b70-945d-07f8f18b1c9a"/>
    <xsd:import namespace="3c474641-ec36-472f-b125-6b1b0910eaa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Informa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ad138b4-2b68-4b70-945d-07f8f18b1c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Information" ma:index="12" nillable="true" ma:displayName="Information" ma:format="Dropdown" ma:internalName="Information">
      <xsd:simpleType>
        <xsd:restriction base="dms:Text">
          <xsd:maxLength value="255"/>
        </xsd:restrictio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c474641-ec36-472f-b125-6b1b0910eaa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Information xmlns="4ad138b4-2b68-4b70-945d-07f8f18b1c9a" xsi:nil="true"/>
  </documentManagement>
</p:properties>
</file>

<file path=customXml/itemProps1.xml><?xml version="1.0" encoding="utf-8"?>
<ds:datastoreItem xmlns:ds="http://schemas.openxmlformats.org/officeDocument/2006/customXml" ds:itemID="{421B8C57-903D-4D0E-8336-7B512F760CD1}">
  <ds:schemaRefs>
    <ds:schemaRef ds:uri="3c474641-ec36-472f-b125-6b1b0910eaa4"/>
    <ds:schemaRef ds:uri="4ad138b4-2b68-4b70-945d-07f8f18b1c9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1C521DD-2673-4EE6-BB9B-DC5C3320FFBB}">
  <ds:schemaRefs>
    <ds:schemaRef ds:uri="http://schemas.microsoft.com/sharepoint/v3/contenttype/forms"/>
  </ds:schemaRefs>
</ds:datastoreItem>
</file>

<file path=customXml/itemProps3.xml><?xml version="1.0" encoding="utf-8"?>
<ds:datastoreItem xmlns:ds="http://schemas.openxmlformats.org/officeDocument/2006/customXml" ds:itemID="{EDD1FC41-23C7-41B0-B5F9-BF4CD38AD2ED}">
  <ds:schemaRefs>
    <ds:schemaRef ds:uri="3c474641-ec36-472f-b125-6b1b0910eaa4"/>
    <ds:schemaRef ds:uri="4ad138b4-2b68-4b70-945d-07f8f18b1c9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141</TotalTime>
  <Words>242</Words>
  <Application>Microsoft Macintosh PowerPoint</Application>
  <PresentationFormat>Widescreen</PresentationFormat>
  <Paragraphs>24</Paragraphs>
  <Slides>4</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Courier New</vt:lpstr>
      <vt:lpstr>Herts Theme</vt:lpstr>
      <vt:lpstr>Research Question –  Tutorial Presentation for Feedback Date: 19 November 2025 </vt:lpstr>
      <vt:lpstr>Our database represents the weather in the city of London from 1979 to 2020, which was provided by the Eurpean Climate Assessment(ECA). The database has 10 columns and 15,341 Rows. We will use precipitation(mm) and date columns.</vt:lpstr>
      <vt:lpstr>This dataset is interesting to us because, as newcomers to the city, we want to scientifically compare the data behind London’s world-famous constant rains.  </vt:lpstr>
      <vt:lpstr>Is there a difference in the mean of daily precipitation among the seasons in London from 1979 to 2020?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Joanne Harwood</dc:creator>
  <cp:lastModifiedBy>Danial Zafaranchizadeh Moghaddam [Student-PECS]</cp:lastModifiedBy>
  <cp:revision>122</cp:revision>
  <dcterms:created xsi:type="dcterms:W3CDTF">2019-10-01T08:37:56Z</dcterms:created>
  <dcterms:modified xsi:type="dcterms:W3CDTF">2025-11-19T15:59:17Z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0x01010026DBA85F447B164191BB36C258697B67</vt:lpwstr>
  </property>
</Properties>
</file>